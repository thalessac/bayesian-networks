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50" r:id="rId1"/>
  </p:sldMasterIdLst>
  <p:notesMasterIdLst>
    <p:notesMasterId r:id="rId19"/>
  </p:notesMasterIdLst>
  <p:handoutMasterIdLst>
    <p:handoutMasterId r:id="rId20"/>
  </p:handoutMasterIdLst>
  <p:sldIdLst>
    <p:sldId id="294" r:id="rId2"/>
    <p:sldId id="296" r:id="rId17"/>
    <p:sldId id="297" r:id="rId16"/>
    <p:sldId id="298" r:id="rId15"/>
    <p:sldId id="299" r:id="rId14"/>
    <p:sldId id="300" r:id="rId13"/>
    <p:sldId id="301" r:id="rId12"/>
    <p:sldId id="302" r:id="rId11"/>
    <p:sldId id="303" r:id="rId10"/>
    <p:sldId id="304" r:id="rId9"/>
    <p:sldId id="305" r:id="rId8"/>
    <p:sldId id="306" r:id="rId7"/>
    <p:sldId id="307" r:id="rId6"/>
    <p:sldId id="308" r:id="rId5"/>
    <p:sldId id="309" r:id="rId4"/>
    <p:sldId id="310" r:id="rId3"/>
    <p:sldId id="311" r:id="rId39"/>
    <p:sldId id="312" r:id="rId40"/>
    <p:sldId id="313" r:id="rId41"/>
    <p:sldId id="314" r:id="rId42"/>
    <p:sldId id="315" r:id="rId43"/>
    <p:sldId id="295" r:id="rId18"/>
  </p:sldIdLst>
  <p:sldSz cx="9144000" cy="6858000" type="screen4x3"/>
  <p:notesSz cx="6858000" cy="9144000"/>
  <p:embeddedFontLst>
    <p:embeddedFont>
      <p:font typeface="Montserrat" panose="00000500000000000000" pitchFamily="2" charset="0"/>
      <p:regular r:id="rId21"/>
      <p:bold r:id="rId22"/>
      <p:italic r:id="rId23"/>
      <p:boldItalic r:id="rId24"/>
    </p:embeddedFont>
    <p:embeddedFont>
      <p:font typeface="Montserrat light" panose="00000400000000000000" pitchFamily="2" charset="0"/>
      <p:regular r:id="rId25"/>
      <p:italic r:id="rId26"/>
    </p:embeddedFont>
    <p:embeddedFont>
      <p:font typeface="Montserrat light" panose="00000400000000000000" pitchFamily="2" charset="0"/>
      <p:regular r:id="rId25"/>
      <p:italic r:id="rId26"/>
    </p:embeddedFont>
    <p:embeddedFont>
      <p:font typeface="Montserrat Medium" panose="00000600000000000000" pitchFamily="2" charset="0"/>
      <p:regular r:id="rId27"/>
      <p:italic r:id="rId28"/>
    </p:embeddedFont>
    <p:embeddedFont>
      <p:font typeface="Montserrat SemiBold" panose="00000700000000000000" pitchFamily="2"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1" userDrawn="1">
          <p15:clr>
            <a:srgbClr val="A4A3A4"/>
          </p15:clr>
        </p15:guide>
        <p15:guide id="2" pos="4082" userDrawn="1">
          <p15:clr>
            <a:srgbClr val="A4A3A4"/>
          </p15:clr>
        </p15:guide>
        <p15:guide id="3" orient="horz" pos="1291">
          <p15:clr>
            <a:srgbClr val="A4A3A4"/>
          </p15:clr>
        </p15:guide>
        <p15:guide id="4" pos="576">
          <p15:clr>
            <a:srgbClr val="A4A3A4"/>
          </p15:clr>
        </p15:guide>
        <p15:guide id="5" orient="horz" pos="3177">
          <p15:clr>
            <a:srgbClr val="A4A3A4"/>
          </p15:clr>
        </p15:guide>
        <p15:guide id="6" orient="horz" pos="1179">
          <p15:clr>
            <a:srgbClr val="A4A3A4"/>
          </p15:clr>
        </p15:guide>
        <p15:guide id="7" pos="260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464747"/>
    <a:srgbClr val="1B6FB9"/>
    <a:srgbClr val="F4F4F4"/>
    <a:srgbClr val="D0D0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EB2C12-FA30-455A-B041-474680B0E1B4}" v="108" dt="2026-10-12T14:15:45.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08" autoAdjust="0"/>
    <p:restoredTop sz="96287"/>
  </p:normalViewPr>
  <p:slideViewPr>
    <p:cSldViewPr snapToGrid="0" snapToObjects="1" showGuides="1">
      <p:cViewPr>
        <p:scale>
          <a:sx n="60" d="100"/>
          <a:sy n="60" d="100"/>
        </p:scale>
        <p:origin x="1563" y="360"/>
      </p:cViewPr>
      <p:guideLst>
        <p:guide orient="horz" pos="3181"/>
        <p:guide pos="4082"/>
        <p:guide orient="horz" pos="1291"/>
        <p:guide pos="576"/>
        <p:guide orient="horz" pos="3177"/>
        <p:guide orient="horz" pos="1179"/>
        <p:guide pos="260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showGuides="1">
      <p:cViewPr varScale="1">
        <p:scale>
          <a:sx n="118" d="100"/>
          <a:sy n="118" d="100"/>
        </p:scale>
        <p:origin x="3112" y="2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7.xml"/><Relationship Id="rId4" Type="http://schemas.openxmlformats.org/officeDocument/2006/relationships/slide" Target="slides/slide16.xml"/><Relationship Id="rId5" Type="http://schemas.openxmlformats.org/officeDocument/2006/relationships/slide" Target="slides/slide15.xml"/><Relationship Id="rId6" Type="http://schemas.openxmlformats.org/officeDocument/2006/relationships/slide" Target="slides/slide14.xml"/><Relationship Id="rId7" Type="http://schemas.openxmlformats.org/officeDocument/2006/relationships/slide" Target="slides/slide13.xml"/><Relationship Id="rId8" Type="http://schemas.openxmlformats.org/officeDocument/2006/relationships/slide" Target="slides/slide12.xml"/><Relationship Id="rId9" Type="http://schemas.openxmlformats.org/officeDocument/2006/relationships/slide" Target="slides/slide11.xml"/><Relationship Id="rId10" Type="http://schemas.openxmlformats.org/officeDocument/2006/relationships/slide" Target="slides/slide10.xml"/><Relationship Id="rId11" Type="http://schemas.openxmlformats.org/officeDocument/2006/relationships/slide" Target="slides/slide9.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6.xml"/><Relationship Id="rId15" Type="http://schemas.openxmlformats.org/officeDocument/2006/relationships/slide" Target="slides/slide5.xml"/><Relationship Id="rId16" Type="http://schemas.openxmlformats.org/officeDocument/2006/relationships/slide" Target="slides/slide4.xml"/><Relationship Id="rId17" Type="http://schemas.openxmlformats.org/officeDocument/2006/relationships/slide" Target="slides/slide3.xml"/><Relationship Id="rId18" Type="http://schemas.openxmlformats.org/officeDocument/2006/relationships/slide" Target="slides/slide200.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 Id="rId29" Type="http://schemas.openxmlformats.org/officeDocument/2006/relationships/font" Target="fonts/font9.fntdata"/><Relationship Id="rId30" Type="http://schemas.openxmlformats.org/officeDocument/2006/relationships/font" Target="fonts/font10.fntdata"/><Relationship Id="rId31" Type="http://schemas.openxmlformats.org/officeDocument/2006/relationships/font" Target="fonts/font11.fntdata"/><Relationship Id="rId32" Type="http://schemas.openxmlformats.org/officeDocument/2006/relationships/font" Target="fonts/font12.fntdata"/><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microsoft.com/office/2016/11/relationships/changesInfo" Target="changesInfos/changesInfo1.xml"/><Relationship Id="rId38" Type="http://schemas.microsoft.com/office/2015/10/relationships/revisionInfo" Target="revisionInfo.xml"/><Relationship Id="rId39" Type="http://schemas.openxmlformats.org/officeDocument/2006/relationships/slide" Target="slides/slide18.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les Camargo" userId="32493598628ea43f" providerId="LiveId" clId="{5218DF73-44CF-418E-BF7F-07F979E86436}"/>
    <pc:docChg chg="undo redo custSel addSld delSld modSld sldOrd">
      <pc:chgData name="Thales Camargo" userId="32493598628ea43f" providerId="LiveId" clId="{5218DF73-44CF-418E-BF7F-07F979E86436}" dt="2026-10-12T14:18:28.293" v="2208" actId="478"/>
      <pc:docMkLst>
        <pc:docMk/>
      </pc:docMkLst>
      <pc:sldChg chg="modSp del mod">
        <pc:chgData name="Thales Camargo" userId="32493598628ea43f" providerId="LiveId" clId="{5218DF73-44CF-418E-BF7F-07F979E86436}" dt="2026-10-12T13:20:54.897" v="1386" actId="2696"/>
        <pc:sldMkLst>
          <pc:docMk/>
          <pc:sldMk cId="2323613677" sldId="258"/>
        </pc:sldMkLst>
        <pc:spChg chg="mod">
          <ac:chgData name="Thales Camargo" userId="32493598628ea43f" providerId="LiveId" clId="{5218DF73-44CF-418E-BF7F-07F979E86436}" dt="2026-10-12T09:31:16.896" v="181" actId="20577"/>
          <ac:spMkLst>
            <pc:docMk/>
            <pc:sldMk cId="2323613677" sldId="258"/>
            <ac:spMk id="2" creationId="{208689C1-C493-D847-880A-551DD1F46D23}"/>
          </ac:spMkLst>
        </pc:spChg>
        <pc:spChg chg="mod">
          <ac:chgData name="Thales Camargo" userId="32493598628ea43f" providerId="LiveId" clId="{5218DF73-44CF-418E-BF7F-07F979E86436}" dt="2026-10-12T09:31:11.727" v="172" actId="20577"/>
          <ac:spMkLst>
            <pc:docMk/>
            <pc:sldMk cId="2323613677" sldId="258"/>
            <ac:spMk id="3" creationId="{1E1A5177-7ADF-6A4A-8F2C-3C7A5F91705E}"/>
          </ac:spMkLst>
        </pc:spChg>
      </pc:sldChg>
      <pc:sldChg chg="add del">
        <pc:chgData name="Thales Camargo" userId="32493598628ea43f" providerId="LiveId" clId="{5218DF73-44CF-418E-BF7F-07F979E86436}" dt="2026-10-12T14:10:37.642" v="2101" actId="2696"/>
        <pc:sldMkLst>
          <pc:docMk/>
          <pc:sldMk cId="2891228635" sldId="261"/>
        </pc:sldMkLst>
      </pc:sldChg>
      <pc:sldChg chg="del">
        <pc:chgData name="Thales Camargo" userId="32493598628ea43f" providerId="LiveId" clId="{5218DF73-44CF-418E-BF7F-07F979E86436}" dt="2026-10-12T14:07:49.245" v="2081" actId="2696"/>
        <pc:sldMkLst>
          <pc:docMk/>
          <pc:sldMk cId="4118508955" sldId="268"/>
        </pc:sldMkLst>
      </pc:sldChg>
      <pc:sldChg chg="del">
        <pc:chgData name="Thales Camargo" userId="32493598628ea43f" providerId="LiveId" clId="{5218DF73-44CF-418E-BF7F-07F979E86436}" dt="2026-10-12T14:07:15.042" v="2080" actId="2696"/>
        <pc:sldMkLst>
          <pc:docMk/>
          <pc:sldMk cId="1411886951" sldId="269"/>
        </pc:sldMkLst>
      </pc:sldChg>
      <pc:sldChg chg="del">
        <pc:chgData name="Thales Camargo" userId="32493598628ea43f" providerId="LiveId" clId="{5218DF73-44CF-418E-BF7F-07F979E86436}" dt="2026-10-12T14:07:12.402" v="2079" actId="2696"/>
        <pc:sldMkLst>
          <pc:docMk/>
          <pc:sldMk cId="2027760172" sldId="270"/>
        </pc:sldMkLst>
      </pc:sldChg>
      <pc:sldChg chg="addSp delSp modSp mod">
        <pc:chgData name="Thales Camargo" userId="32493598628ea43f" providerId="LiveId" clId="{5218DF73-44CF-418E-BF7F-07F979E86436}" dt="2026-10-12T14:14:51.729" v="2194" actId="20577"/>
        <pc:sldMkLst>
          <pc:docMk/>
          <pc:sldMk cId="1588372430" sldId="271"/>
        </pc:sldMkLst>
        <pc:spChg chg="add del">
          <ac:chgData name="Thales Camargo" userId="32493598628ea43f" providerId="LiveId" clId="{5218DF73-44CF-418E-BF7F-07F979E86436}" dt="2026-10-12T09:36:52.463" v="237" actId="478"/>
          <ac:spMkLst>
            <pc:docMk/>
            <pc:sldMk cId="1588372430" sldId="271"/>
            <ac:spMk id="2" creationId="{00000000-0000-0000-0000-000000000000}"/>
          </ac:spMkLst>
        </pc:spChg>
        <pc:spChg chg="mod">
          <ac:chgData name="Thales Camargo" userId="32493598628ea43f" providerId="LiveId" clId="{5218DF73-44CF-418E-BF7F-07F979E86436}" dt="2026-10-12T09:41:53.236" v="280" actId="20577"/>
          <ac:spMkLst>
            <pc:docMk/>
            <pc:sldMk cId="1588372430" sldId="271"/>
            <ac:spMk id="3" creationId="{00000000-0000-0000-0000-000000000000}"/>
          </ac:spMkLst>
        </pc:spChg>
        <pc:spChg chg="add del mod">
          <ac:chgData name="Thales Camargo" userId="32493598628ea43f" providerId="LiveId" clId="{5218DF73-44CF-418E-BF7F-07F979E86436}" dt="2026-10-12T09:36:39.217" v="233" actId="478"/>
          <ac:spMkLst>
            <pc:docMk/>
            <pc:sldMk cId="1588372430" sldId="271"/>
            <ac:spMk id="6" creationId="{CCB7B057-068E-7F3C-2BCE-BF178F48F5F6}"/>
          </ac:spMkLst>
        </pc:spChg>
        <pc:spChg chg="mod">
          <ac:chgData name="Thales Camargo" userId="32493598628ea43f" providerId="LiveId" clId="{5218DF73-44CF-418E-BF7F-07F979E86436}" dt="2026-10-12T10:10:05.610" v="460" actId="1076"/>
          <ac:spMkLst>
            <pc:docMk/>
            <pc:sldMk cId="1588372430" sldId="271"/>
            <ac:spMk id="7" creationId="{00000000-0000-0000-0000-000000000000}"/>
          </ac:spMkLst>
        </pc:spChg>
        <pc:spChg chg="mod">
          <ac:chgData name="Thales Camargo" userId="32493598628ea43f" providerId="LiveId" clId="{5218DF73-44CF-418E-BF7F-07F979E86436}" dt="2026-10-12T14:14:51.729" v="2194" actId="20577"/>
          <ac:spMkLst>
            <pc:docMk/>
            <pc:sldMk cId="1588372430" sldId="271"/>
            <ac:spMk id="10" creationId="{00000000-0000-0000-0000-000000000000}"/>
          </ac:spMkLst>
        </pc:spChg>
        <pc:spChg chg="mod">
          <ac:chgData name="Thales Camargo" userId="32493598628ea43f" providerId="LiveId" clId="{5218DF73-44CF-418E-BF7F-07F979E86436}" dt="2026-10-12T10:10:08.666" v="461" actId="1076"/>
          <ac:spMkLst>
            <pc:docMk/>
            <pc:sldMk cId="1588372430" sldId="271"/>
            <ac:spMk id="11" creationId="{00000000-0000-0000-0000-000000000000}"/>
          </ac:spMkLst>
        </pc:spChg>
        <pc:spChg chg="del">
          <ac:chgData name="Thales Camargo" userId="32493598628ea43f" providerId="LiveId" clId="{5218DF73-44CF-418E-BF7F-07F979E86436}" dt="2026-10-12T09:36:57.245" v="239" actId="478"/>
          <ac:spMkLst>
            <pc:docMk/>
            <pc:sldMk cId="1588372430" sldId="271"/>
            <ac:spMk id="12" creationId="{870AB09B-4608-DD7F-373B-A65F10D1AEA4}"/>
          </ac:spMkLst>
        </pc:spChg>
        <pc:spChg chg="add del mod">
          <ac:chgData name="Thales Camargo" userId="32493598628ea43f" providerId="LiveId" clId="{5218DF73-44CF-418E-BF7F-07F979E86436}" dt="2026-10-12T09:36:53.997" v="238" actId="478"/>
          <ac:spMkLst>
            <pc:docMk/>
            <pc:sldMk cId="1588372430" sldId="271"/>
            <ac:spMk id="13" creationId="{5A55622B-4A51-93B6-9357-6E94A2863207}"/>
          </ac:spMkLst>
        </pc:spChg>
        <pc:picChg chg="add mod">
          <ac:chgData name="Thales Camargo" userId="32493598628ea43f" providerId="LiveId" clId="{5218DF73-44CF-418E-BF7F-07F979E86436}" dt="2026-10-12T09:41:01.796" v="264" actId="1076"/>
          <ac:picMkLst>
            <pc:docMk/>
            <pc:sldMk cId="1588372430" sldId="271"/>
            <ac:picMk id="4" creationId="{C7F6D086-041F-7BF6-ECA0-B68A00E248EA}"/>
          </ac:picMkLst>
        </pc:picChg>
        <pc:picChg chg="add del">
          <ac:chgData name="Thales Camargo" userId="32493598628ea43f" providerId="LiveId" clId="{5218DF73-44CF-418E-BF7F-07F979E86436}" dt="2026-10-12T09:36:51.250" v="236" actId="478"/>
          <ac:picMkLst>
            <pc:docMk/>
            <pc:sldMk cId="1588372430" sldId="271"/>
            <ac:picMk id="9" creationId="{913F9D63-9A4F-71F8-250D-08188BF6A7F5}"/>
          </ac:picMkLst>
        </pc:picChg>
        <pc:picChg chg="add mod">
          <ac:chgData name="Thales Camargo" userId="32493598628ea43f" providerId="LiveId" clId="{5218DF73-44CF-418E-BF7F-07F979E86436}" dt="2026-10-12T09:40:24.936" v="261" actId="1076"/>
          <ac:picMkLst>
            <pc:docMk/>
            <pc:sldMk cId="1588372430" sldId="271"/>
            <ac:picMk id="15" creationId="{745FED99-3A50-A697-C8D1-3C4192276EC1}"/>
          </ac:picMkLst>
        </pc:picChg>
        <pc:picChg chg="add mod">
          <ac:chgData name="Thales Camargo" userId="32493598628ea43f" providerId="LiveId" clId="{5218DF73-44CF-418E-BF7F-07F979E86436}" dt="2026-10-12T09:40:58.445" v="263" actId="1076"/>
          <ac:picMkLst>
            <pc:docMk/>
            <pc:sldMk cId="1588372430" sldId="271"/>
            <ac:picMk id="16" creationId="{6F18C85E-E8BB-8442-A57E-A5EF790BEBD7}"/>
          </ac:picMkLst>
        </pc:picChg>
      </pc:sldChg>
      <pc:sldChg chg="del">
        <pc:chgData name="Thales Camargo" userId="32493598628ea43f" providerId="LiveId" clId="{5218DF73-44CF-418E-BF7F-07F979E86436}" dt="2026-10-12T14:07:49.245" v="2081" actId="2696"/>
        <pc:sldMkLst>
          <pc:docMk/>
          <pc:sldMk cId="2319849419" sldId="276"/>
        </pc:sldMkLst>
      </pc:sldChg>
      <pc:sldChg chg="del">
        <pc:chgData name="Thales Camargo" userId="32493598628ea43f" providerId="LiveId" clId="{5218DF73-44CF-418E-BF7F-07F979E86436}" dt="2026-10-12T14:07:49.245" v="2081" actId="2696"/>
        <pc:sldMkLst>
          <pc:docMk/>
          <pc:sldMk cId="1143850770" sldId="277"/>
        </pc:sldMkLst>
      </pc:sldChg>
      <pc:sldChg chg="del">
        <pc:chgData name="Thales Camargo" userId="32493598628ea43f" providerId="LiveId" clId="{5218DF73-44CF-418E-BF7F-07F979E86436}" dt="2026-10-12T14:07:49.245" v="2081" actId="2696"/>
        <pc:sldMkLst>
          <pc:docMk/>
          <pc:sldMk cId="3324937317" sldId="278"/>
        </pc:sldMkLst>
      </pc:sldChg>
      <pc:sldChg chg="add del">
        <pc:chgData name="Thales Camargo" userId="32493598628ea43f" providerId="LiveId" clId="{5218DF73-44CF-418E-BF7F-07F979E86436}" dt="2026-10-12T14:10:37.642" v="2101" actId="2696"/>
        <pc:sldMkLst>
          <pc:docMk/>
          <pc:sldMk cId="1065900229" sldId="280"/>
        </pc:sldMkLst>
      </pc:sldChg>
      <pc:sldChg chg="del">
        <pc:chgData name="Thales Camargo" userId="32493598628ea43f" providerId="LiveId" clId="{5218DF73-44CF-418E-BF7F-07F979E86436}" dt="2026-10-12T14:07:49.245" v="2081" actId="2696"/>
        <pc:sldMkLst>
          <pc:docMk/>
          <pc:sldMk cId="579900204" sldId="281"/>
        </pc:sldMkLst>
      </pc:sldChg>
      <pc:sldChg chg="del">
        <pc:chgData name="Thales Camargo" userId="32493598628ea43f" providerId="LiveId" clId="{5218DF73-44CF-418E-BF7F-07F979E86436}" dt="2026-10-12T14:07:49.245" v="2081" actId="2696"/>
        <pc:sldMkLst>
          <pc:docMk/>
          <pc:sldMk cId="2608391649" sldId="282"/>
        </pc:sldMkLst>
      </pc:sldChg>
      <pc:sldChg chg="del">
        <pc:chgData name="Thales Camargo" userId="32493598628ea43f" providerId="LiveId" clId="{5218DF73-44CF-418E-BF7F-07F979E86436}" dt="2026-10-12T14:07:49.245" v="2081" actId="2696"/>
        <pc:sldMkLst>
          <pc:docMk/>
          <pc:sldMk cId="352840440" sldId="283"/>
        </pc:sldMkLst>
      </pc:sldChg>
      <pc:sldChg chg="del">
        <pc:chgData name="Thales Camargo" userId="32493598628ea43f" providerId="LiveId" clId="{5218DF73-44CF-418E-BF7F-07F979E86436}" dt="2026-10-12T14:07:49.245" v="2081" actId="2696"/>
        <pc:sldMkLst>
          <pc:docMk/>
          <pc:sldMk cId="3556346539" sldId="284"/>
        </pc:sldMkLst>
      </pc:sldChg>
      <pc:sldChg chg="del">
        <pc:chgData name="Thales Camargo" userId="32493598628ea43f" providerId="LiveId" clId="{5218DF73-44CF-418E-BF7F-07F979E86436}" dt="2026-10-12T14:07:49.245" v="2081" actId="2696"/>
        <pc:sldMkLst>
          <pc:docMk/>
          <pc:sldMk cId="1415679129" sldId="285"/>
        </pc:sldMkLst>
      </pc:sldChg>
      <pc:sldChg chg="modSp del mod">
        <pc:chgData name="Thales Camargo" userId="32493598628ea43f" providerId="LiveId" clId="{5218DF73-44CF-418E-BF7F-07F979E86436}" dt="2026-10-12T14:07:49.245" v="2081" actId="2696"/>
        <pc:sldMkLst>
          <pc:docMk/>
          <pc:sldMk cId="2162448230" sldId="286"/>
        </pc:sldMkLst>
        <pc:spChg chg="mod">
          <ac:chgData name="Thales Camargo" userId="32493598628ea43f" providerId="LiveId" clId="{5218DF73-44CF-418E-BF7F-07F979E86436}" dt="2026-10-12T09:34:21.399" v="199" actId="27636"/>
          <ac:spMkLst>
            <pc:docMk/>
            <pc:sldMk cId="2162448230" sldId="286"/>
            <ac:spMk id="4" creationId="{00000000-0000-0000-0000-000000000000}"/>
          </ac:spMkLst>
        </pc:spChg>
      </pc:sldChg>
      <pc:sldChg chg="del">
        <pc:chgData name="Thales Camargo" userId="32493598628ea43f" providerId="LiveId" clId="{5218DF73-44CF-418E-BF7F-07F979E86436}" dt="2026-10-12T14:07:49.245" v="2081" actId="2696"/>
        <pc:sldMkLst>
          <pc:docMk/>
          <pc:sldMk cId="1859593884" sldId="287"/>
        </pc:sldMkLst>
      </pc:sldChg>
      <pc:sldChg chg="add del">
        <pc:chgData name="Thales Camargo" userId="32493598628ea43f" providerId="LiveId" clId="{5218DF73-44CF-418E-BF7F-07F979E86436}" dt="2026-10-12T14:10:37.642" v="2101" actId="2696"/>
        <pc:sldMkLst>
          <pc:docMk/>
          <pc:sldMk cId="1152022862" sldId="288"/>
        </pc:sldMkLst>
      </pc:sldChg>
      <pc:sldChg chg="del">
        <pc:chgData name="Thales Camargo" userId="32493598628ea43f" providerId="LiveId" clId="{5218DF73-44CF-418E-BF7F-07F979E86436}" dt="2026-10-12T14:07:49.245" v="2081" actId="2696"/>
        <pc:sldMkLst>
          <pc:docMk/>
          <pc:sldMk cId="2357663772" sldId="289"/>
        </pc:sldMkLst>
      </pc:sldChg>
      <pc:sldChg chg="add del">
        <pc:chgData name="Thales Camargo" userId="32493598628ea43f" providerId="LiveId" clId="{5218DF73-44CF-418E-BF7F-07F979E86436}" dt="2026-10-12T14:10:37.642" v="2101" actId="2696"/>
        <pc:sldMkLst>
          <pc:docMk/>
          <pc:sldMk cId="2740868817" sldId="291"/>
        </pc:sldMkLst>
      </pc:sldChg>
      <pc:sldChg chg="add del">
        <pc:chgData name="Thales Camargo" userId="32493598628ea43f" providerId="LiveId" clId="{5218DF73-44CF-418E-BF7F-07F979E86436}" dt="2026-10-12T14:10:37.642" v="2101" actId="2696"/>
        <pc:sldMkLst>
          <pc:docMk/>
          <pc:sldMk cId="1947762095" sldId="292"/>
        </pc:sldMkLst>
      </pc:sldChg>
      <pc:sldChg chg="add del">
        <pc:chgData name="Thales Camargo" userId="32493598628ea43f" providerId="LiveId" clId="{5218DF73-44CF-418E-BF7F-07F979E86436}" dt="2026-10-12T14:10:45.761" v="2103" actId="2696"/>
        <pc:sldMkLst>
          <pc:docMk/>
          <pc:sldMk cId="2189768618" sldId="293"/>
        </pc:sldMkLst>
      </pc:sldChg>
      <pc:sldChg chg="modSp mod">
        <pc:chgData name="Thales Camargo" userId="32493598628ea43f" providerId="LiveId" clId="{5218DF73-44CF-418E-BF7F-07F979E86436}" dt="2026-10-12T09:31:52.076" v="197" actId="20577"/>
        <pc:sldMkLst>
          <pc:docMk/>
          <pc:sldMk cId="2453573636" sldId="294"/>
        </pc:sldMkLst>
        <pc:spChg chg="mod">
          <ac:chgData name="Thales Camargo" userId="32493598628ea43f" providerId="LiveId" clId="{5218DF73-44CF-418E-BF7F-07F979E86436}" dt="2026-10-12T09:27:32.894" v="162" actId="1076"/>
          <ac:spMkLst>
            <pc:docMk/>
            <pc:sldMk cId="2453573636" sldId="294"/>
            <ac:spMk id="2" creationId="{00000000-0000-0000-0000-000000000000}"/>
          </ac:spMkLst>
        </pc:spChg>
        <pc:spChg chg="mod">
          <ac:chgData name="Thales Camargo" userId="32493598628ea43f" providerId="LiveId" clId="{5218DF73-44CF-418E-BF7F-07F979E86436}" dt="2026-10-12T09:31:22.770" v="190" actId="20577"/>
          <ac:spMkLst>
            <pc:docMk/>
            <pc:sldMk cId="2453573636" sldId="294"/>
            <ac:spMk id="3" creationId="{00000000-0000-0000-0000-000000000000}"/>
          </ac:spMkLst>
        </pc:spChg>
        <pc:spChg chg="mod">
          <ac:chgData name="Thales Camargo" userId="32493598628ea43f" providerId="LiveId" clId="{5218DF73-44CF-418E-BF7F-07F979E86436}" dt="2026-10-12T09:31:52.076" v="197" actId="20577"/>
          <ac:spMkLst>
            <pc:docMk/>
            <pc:sldMk cId="2453573636" sldId="294"/>
            <ac:spMk id="4" creationId="{00000000-0000-0000-0000-000000000000}"/>
          </ac:spMkLst>
        </pc:spChg>
      </pc:sldChg>
      <pc:sldChg chg="del">
        <pc:chgData name="Thales Camargo" userId="32493598628ea43f" providerId="LiveId" clId="{5218DF73-44CF-418E-BF7F-07F979E86436}" dt="2026-10-12T14:07:49.245" v="2081" actId="2696"/>
        <pc:sldMkLst>
          <pc:docMk/>
          <pc:sldMk cId="2557317881" sldId="296"/>
        </pc:sldMkLst>
      </pc:sldChg>
      <pc:sldChg chg="add del">
        <pc:chgData name="Thales Camargo" userId="32493598628ea43f" providerId="LiveId" clId="{5218DF73-44CF-418E-BF7F-07F979E86436}" dt="2026-10-12T14:10:37.642" v="2101" actId="2696"/>
        <pc:sldMkLst>
          <pc:docMk/>
          <pc:sldMk cId="573418073" sldId="297"/>
        </pc:sldMkLst>
      </pc:sldChg>
      <pc:sldChg chg="modSp del mod">
        <pc:chgData name="Thales Camargo" userId="32493598628ea43f" providerId="LiveId" clId="{5218DF73-44CF-418E-BF7F-07F979E86436}" dt="2026-10-12T14:10:42.136" v="2102" actId="2696"/>
        <pc:sldMkLst>
          <pc:docMk/>
          <pc:sldMk cId="1685707752" sldId="298"/>
        </pc:sldMkLst>
        <pc:spChg chg="mod">
          <ac:chgData name="Thales Camargo" userId="32493598628ea43f" providerId="LiveId" clId="{5218DF73-44CF-418E-BF7F-07F979E86436}" dt="2026-10-12T14:10:24.652" v="2096"/>
          <ac:spMkLst>
            <pc:docMk/>
            <pc:sldMk cId="1685707752" sldId="298"/>
            <ac:spMk id="5" creationId="{95042237-46EE-60CA-BE4B-B853C208C72B}"/>
          </ac:spMkLst>
        </pc:spChg>
        <pc:spChg chg="mod">
          <ac:chgData name="Thales Camargo" userId="32493598628ea43f" providerId="LiveId" clId="{5218DF73-44CF-418E-BF7F-07F979E86436}" dt="2026-10-12T14:10:24.933" v="2097" actId="20577"/>
          <ac:spMkLst>
            <pc:docMk/>
            <pc:sldMk cId="1685707752" sldId="298"/>
            <ac:spMk id="6" creationId="{00000000-0000-0000-0000-000000000000}"/>
          </ac:spMkLst>
        </pc:spChg>
      </pc:sldChg>
      <pc:sldChg chg="add del">
        <pc:chgData name="Thales Camargo" userId="32493598628ea43f" providerId="LiveId" clId="{5218DF73-44CF-418E-BF7F-07F979E86436}" dt="2026-10-12T14:10:45.761" v="2103" actId="2696"/>
        <pc:sldMkLst>
          <pc:docMk/>
          <pc:sldMk cId="2540293473" sldId="299"/>
        </pc:sldMkLst>
      </pc:sldChg>
      <pc:sldChg chg="modSp add del mod">
        <pc:chgData name="Thales Camargo" userId="32493598628ea43f" providerId="LiveId" clId="{5218DF73-44CF-418E-BF7F-07F979E86436}" dt="2026-10-12T10:08:00.170" v="393" actId="2696"/>
        <pc:sldMkLst>
          <pc:docMk/>
          <pc:sldMk cId="3199487749" sldId="300"/>
        </pc:sldMkLst>
        <pc:spChg chg="mod">
          <ac:chgData name="Thales Camargo" userId="32493598628ea43f" providerId="LiveId" clId="{5218DF73-44CF-418E-BF7F-07F979E86436}" dt="2026-10-12T10:07:20.430" v="392" actId="20577"/>
          <ac:spMkLst>
            <pc:docMk/>
            <pc:sldMk cId="3199487749" sldId="300"/>
            <ac:spMk id="3" creationId="{F97268AB-10B6-1E07-21D1-BC06C17245E0}"/>
          </ac:spMkLst>
        </pc:spChg>
      </pc:sldChg>
      <pc:sldChg chg="addSp delSp modSp add mod ord">
        <pc:chgData name="Thales Camargo" userId="32493598628ea43f" providerId="LiveId" clId="{5218DF73-44CF-418E-BF7F-07F979E86436}" dt="2026-10-12T14:14:59.495" v="2195"/>
        <pc:sldMkLst>
          <pc:docMk/>
          <pc:sldMk cId="1303691624" sldId="301"/>
        </pc:sldMkLst>
        <pc:spChg chg="mod">
          <ac:chgData name="Thales Camargo" userId="32493598628ea43f" providerId="LiveId" clId="{5218DF73-44CF-418E-BF7F-07F979E86436}" dt="2026-10-12T10:20:04.073" v="524" actId="1076"/>
          <ac:spMkLst>
            <pc:docMk/>
            <pc:sldMk cId="1303691624" sldId="301"/>
            <ac:spMk id="3" creationId="{DFCD39BA-30B7-5C69-A847-181FADA90808}"/>
          </ac:spMkLst>
        </pc:spChg>
        <pc:spChg chg="add del mod">
          <ac:chgData name="Thales Camargo" userId="32493598628ea43f" providerId="LiveId" clId="{5218DF73-44CF-418E-BF7F-07F979E86436}" dt="2026-10-12T10:17:50.515" v="496" actId="478"/>
          <ac:spMkLst>
            <pc:docMk/>
            <pc:sldMk cId="1303691624" sldId="301"/>
            <ac:spMk id="5" creationId="{1C9E4DD6-B40C-2C14-D5FF-1F2F41F28344}"/>
          </ac:spMkLst>
        </pc:spChg>
        <pc:spChg chg="mod">
          <ac:chgData name="Thales Camargo" userId="32493598628ea43f" providerId="LiveId" clId="{5218DF73-44CF-418E-BF7F-07F979E86436}" dt="2026-10-12T10:28:09.418" v="556" actId="20577"/>
          <ac:spMkLst>
            <pc:docMk/>
            <pc:sldMk cId="1303691624" sldId="301"/>
            <ac:spMk id="7" creationId="{F9A2AA1D-9CEB-BC3C-2F2A-855F423A2FFD}"/>
          </ac:spMkLst>
        </pc:spChg>
        <pc:spChg chg="mod">
          <ac:chgData name="Thales Camargo" userId="32493598628ea43f" providerId="LiveId" clId="{5218DF73-44CF-418E-BF7F-07F979E86436}" dt="2026-10-12T14:14:59.495" v="2195"/>
          <ac:spMkLst>
            <pc:docMk/>
            <pc:sldMk cId="1303691624" sldId="301"/>
            <ac:spMk id="10" creationId="{41197CC1-4D6E-CD8A-727A-A614F1559F8B}"/>
          </ac:spMkLst>
        </pc:spChg>
        <pc:spChg chg="del mod">
          <ac:chgData name="Thales Camargo" userId="32493598628ea43f" providerId="LiveId" clId="{5218DF73-44CF-418E-BF7F-07F979E86436}" dt="2026-10-12T10:17:46.967" v="495" actId="478"/>
          <ac:spMkLst>
            <pc:docMk/>
            <pc:sldMk cId="1303691624" sldId="301"/>
            <ac:spMk id="11" creationId="{AE3541DE-3F6D-8DD3-0484-31236A3DF8DF}"/>
          </ac:spMkLst>
        </pc:spChg>
        <pc:picChg chg="del">
          <ac:chgData name="Thales Camargo" userId="32493598628ea43f" providerId="LiveId" clId="{5218DF73-44CF-418E-BF7F-07F979E86436}" dt="2026-10-12T10:17:57.138" v="498" actId="478"/>
          <ac:picMkLst>
            <pc:docMk/>
            <pc:sldMk cId="1303691624" sldId="301"/>
            <ac:picMk id="4" creationId="{F4B21DED-A783-AC95-C433-9CC0EE326680}"/>
          </ac:picMkLst>
        </pc:picChg>
        <pc:picChg chg="add mod">
          <ac:chgData name="Thales Camargo" userId="32493598628ea43f" providerId="LiveId" clId="{5218DF73-44CF-418E-BF7F-07F979E86436}" dt="2026-10-12T10:27:47.791" v="546" actId="1076"/>
          <ac:picMkLst>
            <pc:docMk/>
            <pc:sldMk cId="1303691624" sldId="301"/>
            <ac:picMk id="6" creationId="{2A37AF18-3EF9-5A08-BAA4-002F9C214074}"/>
          </ac:picMkLst>
        </pc:picChg>
        <pc:picChg chg="del">
          <ac:chgData name="Thales Camargo" userId="32493598628ea43f" providerId="LiveId" clId="{5218DF73-44CF-418E-BF7F-07F979E86436}" dt="2026-10-12T10:17:58.234" v="499" actId="478"/>
          <ac:picMkLst>
            <pc:docMk/>
            <pc:sldMk cId="1303691624" sldId="301"/>
            <ac:picMk id="15" creationId="{04EF7E7E-76FE-DE87-7386-0E541F88AF24}"/>
          </ac:picMkLst>
        </pc:picChg>
        <pc:picChg chg="del">
          <ac:chgData name="Thales Camargo" userId="32493598628ea43f" providerId="LiveId" clId="{5218DF73-44CF-418E-BF7F-07F979E86436}" dt="2026-10-12T10:17:59.662" v="500" actId="478"/>
          <ac:picMkLst>
            <pc:docMk/>
            <pc:sldMk cId="1303691624" sldId="301"/>
            <ac:picMk id="16" creationId="{935E01A5-0451-1162-2334-527C23C4EB12}"/>
          </ac:picMkLst>
        </pc:picChg>
      </pc:sldChg>
      <pc:sldChg chg="addSp delSp modSp add mod ord">
        <pc:chgData name="Thales Camargo" userId="32493598628ea43f" providerId="LiveId" clId="{5218DF73-44CF-418E-BF7F-07F979E86436}" dt="2026-10-12T14:14:35.027" v="2168" actId="20577"/>
        <pc:sldMkLst>
          <pc:docMk/>
          <pc:sldMk cId="3356875019" sldId="302"/>
        </pc:sldMkLst>
        <pc:spChg chg="mod">
          <ac:chgData name="Thales Camargo" userId="32493598628ea43f" providerId="LiveId" clId="{5218DF73-44CF-418E-BF7F-07F979E86436}" dt="2026-10-12T10:36:20.081" v="663" actId="14100"/>
          <ac:spMkLst>
            <pc:docMk/>
            <pc:sldMk cId="3356875019" sldId="302"/>
            <ac:spMk id="3" creationId="{040215BC-A407-15EC-11BE-F0E30763F3C6}"/>
          </ac:spMkLst>
        </pc:spChg>
        <pc:spChg chg="add del mod">
          <ac:chgData name="Thales Camargo" userId="32493598628ea43f" providerId="LiveId" clId="{5218DF73-44CF-418E-BF7F-07F979E86436}" dt="2026-10-12T10:36:27.212" v="666" actId="478"/>
          <ac:spMkLst>
            <pc:docMk/>
            <pc:sldMk cId="3356875019" sldId="302"/>
            <ac:spMk id="5" creationId="{BE1DF05A-4078-A42D-D272-AB24F7956C1B}"/>
          </ac:spMkLst>
        </pc:spChg>
        <pc:spChg chg="mod">
          <ac:chgData name="Thales Camargo" userId="32493598628ea43f" providerId="LiveId" clId="{5218DF73-44CF-418E-BF7F-07F979E86436}" dt="2026-10-12T10:44:17.399" v="735" actId="113"/>
          <ac:spMkLst>
            <pc:docMk/>
            <pc:sldMk cId="3356875019" sldId="302"/>
            <ac:spMk id="7" creationId="{6F25207F-7E14-C9E2-20DE-A7BE3546D322}"/>
          </ac:spMkLst>
        </pc:spChg>
        <pc:spChg chg="add mod">
          <ac:chgData name="Thales Camargo" userId="32493598628ea43f" providerId="LiveId" clId="{5218DF73-44CF-418E-BF7F-07F979E86436}" dt="2026-10-12T10:42:59.433" v="731" actId="1076"/>
          <ac:spMkLst>
            <pc:docMk/>
            <pc:sldMk cId="3356875019" sldId="302"/>
            <ac:spMk id="9" creationId="{4B4B1F14-01AE-9756-D68E-0083E8BC613D}"/>
          </ac:spMkLst>
        </pc:spChg>
        <pc:spChg chg="mod">
          <ac:chgData name="Thales Camargo" userId="32493598628ea43f" providerId="LiveId" clId="{5218DF73-44CF-418E-BF7F-07F979E86436}" dt="2026-10-12T14:14:35.027" v="2168" actId="20577"/>
          <ac:spMkLst>
            <pc:docMk/>
            <pc:sldMk cId="3356875019" sldId="302"/>
            <ac:spMk id="10" creationId="{BB866E2C-D22D-3672-8B5F-36EBD84F0162}"/>
          </ac:spMkLst>
        </pc:spChg>
        <pc:spChg chg="del mod">
          <ac:chgData name="Thales Camargo" userId="32493598628ea43f" providerId="LiveId" clId="{5218DF73-44CF-418E-BF7F-07F979E86436}" dt="2026-10-12T10:36:24.545" v="665" actId="478"/>
          <ac:spMkLst>
            <pc:docMk/>
            <pc:sldMk cId="3356875019" sldId="302"/>
            <ac:spMk id="11" creationId="{205B3AC0-6151-0664-2B60-E0B99E3A95B9}"/>
          </ac:spMkLst>
        </pc:spChg>
        <pc:picChg chg="del">
          <ac:chgData name="Thales Camargo" userId="32493598628ea43f" providerId="LiveId" clId="{5218DF73-44CF-418E-BF7F-07F979E86436}" dt="2026-10-12T10:36:21.525" v="664" actId="478"/>
          <ac:picMkLst>
            <pc:docMk/>
            <pc:sldMk cId="3356875019" sldId="302"/>
            <ac:picMk id="4" creationId="{2075C2FD-031B-792D-7869-A64A255D1F19}"/>
          </ac:picMkLst>
        </pc:picChg>
        <pc:picChg chg="add mod">
          <ac:chgData name="Thales Camargo" userId="32493598628ea43f" providerId="LiveId" clId="{5218DF73-44CF-418E-BF7F-07F979E86436}" dt="2026-10-12T10:40:32.432" v="675" actId="1076"/>
          <ac:picMkLst>
            <pc:docMk/>
            <pc:sldMk cId="3356875019" sldId="302"/>
            <ac:picMk id="6" creationId="{A3132268-C7D9-322D-B967-80E961DBFE95}"/>
          </ac:picMkLst>
        </pc:picChg>
        <pc:picChg chg="add del">
          <ac:chgData name="Thales Camargo" userId="32493598628ea43f" providerId="LiveId" clId="{5218DF73-44CF-418E-BF7F-07F979E86436}" dt="2026-10-12T10:40:45.077" v="678" actId="22"/>
          <ac:picMkLst>
            <pc:docMk/>
            <pc:sldMk cId="3356875019" sldId="302"/>
            <ac:picMk id="8" creationId="{AB1832BE-C0B2-061F-AC12-624A828A645F}"/>
          </ac:picMkLst>
        </pc:picChg>
        <pc:picChg chg="del">
          <ac:chgData name="Thales Camargo" userId="32493598628ea43f" providerId="LiveId" clId="{5218DF73-44CF-418E-BF7F-07F979E86436}" dt="2026-10-12T10:36:49.103" v="668" actId="478"/>
          <ac:picMkLst>
            <pc:docMk/>
            <pc:sldMk cId="3356875019" sldId="302"/>
            <ac:picMk id="15" creationId="{145C6A70-7F9D-62AE-0A5E-626C30C77B31}"/>
          </ac:picMkLst>
        </pc:picChg>
        <pc:picChg chg="del">
          <ac:chgData name="Thales Camargo" userId="32493598628ea43f" providerId="LiveId" clId="{5218DF73-44CF-418E-BF7F-07F979E86436}" dt="2026-10-12T10:40:26.109" v="670" actId="478"/>
          <ac:picMkLst>
            <pc:docMk/>
            <pc:sldMk cId="3356875019" sldId="302"/>
            <ac:picMk id="16" creationId="{1CA31B9C-59B6-B94A-BA6C-242802166D46}"/>
          </ac:picMkLst>
        </pc:picChg>
      </pc:sldChg>
      <pc:sldChg chg="addSp delSp modSp add mod">
        <pc:chgData name="Thales Camargo" userId="32493598628ea43f" providerId="LiveId" clId="{5218DF73-44CF-418E-BF7F-07F979E86436}" dt="2026-10-12T14:15:04.636" v="2196"/>
        <pc:sldMkLst>
          <pc:docMk/>
          <pc:sldMk cId="979467276" sldId="303"/>
        </pc:sldMkLst>
        <pc:spChg chg="mod">
          <ac:chgData name="Thales Camargo" userId="32493598628ea43f" providerId="LiveId" clId="{5218DF73-44CF-418E-BF7F-07F979E86436}" dt="2026-10-12T13:44:45.808" v="1842" actId="20577"/>
          <ac:spMkLst>
            <pc:docMk/>
            <pc:sldMk cId="979467276" sldId="303"/>
            <ac:spMk id="3" creationId="{63B5046B-7782-9695-0411-22E0C4893C4A}"/>
          </ac:spMkLst>
        </pc:spChg>
        <pc:spChg chg="mod">
          <ac:chgData name="Thales Camargo" userId="32493598628ea43f" providerId="LiveId" clId="{5218DF73-44CF-418E-BF7F-07F979E86436}" dt="2026-10-12T13:44:50.699" v="1843" actId="1076"/>
          <ac:spMkLst>
            <pc:docMk/>
            <pc:sldMk cId="979467276" sldId="303"/>
            <ac:spMk id="7" creationId="{8A725C39-F262-4E26-1B77-942BD6F87212}"/>
          </ac:spMkLst>
        </pc:spChg>
        <pc:spChg chg="mod">
          <ac:chgData name="Thales Camargo" userId="32493598628ea43f" providerId="LiveId" clId="{5218DF73-44CF-418E-BF7F-07F979E86436}" dt="2026-10-12T14:15:04.636" v="2196"/>
          <ac:spMkLst>
            <pc:docMk/>
            <pc:sldMk cId="979467276" sldId="303"/>
            <ac:spMk id="10" creationId="{6BE4B87A-5191-F368-4CAD-25E9F09E2055}"/>
          </ac:spMkLst>
        </pc:spChg>
        <pc:picChg chg="add mod modCrop">
          <ac:chgData name="Thales Camargo" userId="32493598628ea43f" providerId="LiveId" clId="{5218DF73-44CF-418E-BF7F-07F979E86436}" dt="2026-10-12T13:44:57.339" v="1844" actId="1076"/>
          <ac:picMkLst>
            <pc:docMk/>
            <pc:sldMk cId="979467276" sldId="303"/>
            <ac:picMk id="4" creationId="{968DD9A8-D6FF-0450-04E3-9029BC8549A2}"/>
          </ac:picMkLst>
        </pc:picChg>
        <pc:picChg chg="del">
          <ac:chgData name="Thales Camargo" userId="32493598628ea43f" providerId="LiveId" clId="{5218DF73-44CF-418E-BF7F-07F979E86436}" dt="2026-10-12T10:46:06.579" v="748" actId="478"/>
          <ac:picMkLst>
            <pc:docMk/>
            <pc:sldMk cId="979467276" sldId="303"/>
            <ac:picMk id="6" creationId="{BA44447E-CAE2-E231-7D12-1380FBB3971B}"/>
          </ac:picMkLst>
        </pc:picChg>
      </pc:sldChg>
      <pc:sldChg chg="addSp delSp modSp add mod">
        <pc:chgData name="Thales Camargo" userId="32493598628ea43f" providerId="LiveId" clId="{5218DF73-44CF-418E-BF7F-07F979E86436}" dt="2026-10-12T14:15:07.734" v="2197"/>
        <pc:sldMkLst>
          <pc:docMk/>
          <pc:sldMk cId="2902939222" sldId="304"/>
        </pc:sldMkLst>
        <pc:spChg chg="mod">
          <ac:chgData name="Thales Camargo" userId="32493598628ea43f" providerId="LiveId" clId="{5218DF73-44CF-418E-BF7F-07F979E86436}" dt="2026-10-12T11:03:22.537" v="995" actId="20577"/>
          <ac:spMkLst>
            <pc:docMk/>
            <pc:sldMk cId="2902939222" sldId="304"/>
            <ac:spMk id="3" creationId="{5D04C68D-82BE-520B-0218-5D94F206C3F0}"/>
          </ac:spMkLst>
        </pc:spChg>
        <pc:spChg chg="mod">
          <ac:chgData name="Thales Camargo" userId="32493598628ea43f" providerId="LiveId" clId="{5218DF73-44CF-418E-BF7F-07F979E86436}" dt="2026-10-12T11:06:44.153" v="1033" actId="20577"/>
          <ac:spMkLst>
            <pc:docMk/>
            <pc:sldMk cId="2902939222" sldId="304"/>
            <ac:spMk id="7" creationId="{E33B3791-1CE8-5F87-03CA-1DCB20AF9870}"/>
          </ac:spMkLst>
        </pc:spChg>
        <pc:spChg chg="mod">
          <ac:chgData name="Thales Camargo" userId="32493598628ea43f" providerId="LiveId" clId="{5218DF73-44CF-418E-BF7F-07F979E86436}" dt="2026-10-12T14:15:07.734" v="2197"/>
          <ac:spMkLst>
            <pc:docMk/>
            <pc:sldMk cId="2902939222" sldId="304"/>
            <ac:spMk id="10" creationId="{3CE73BC1-85A2-A5F0-1C6F-4362EBF45B42}"/>
          </ac:spMkLst>
        </pc:spChg>
        <pc:picChg chg="del">
          <ac:chgData name="Thales Camargo" userId="32493598628ea43f" providerId="LiveId" clId="{5218DF73-44CF-418E-BF7F-07F979E86436}" dt="2026-10-12T11:04:09.774" v="996" actId="478"/>
          <ac:picMkLst>
            <pc:docMk/>
            <pc:sldMk cId="2902939222" sldId="304"/>
            <ac:picMk id="4" creationId="{1958293E-FC0C-FC66-A8B1-15C1DF9241F3}"/>
          </ac:picMkLst>
        </pc:picChg>
        <pc:picChg chg="add mod">
          <ac:chgData name="Thales Camargo" userId="32493598628ea43f" providerId="LiveId" clId="{5218DF73-44CF-418E-BF7F-07F979E86436}" dt="2026-10-12T11:06:56.965" v="1035" actId="1076"/>
          <ac:picMkLst>
            <pc:docMk/>
            <pc:sldMk cId="2902939222" sldId="304"/>
            <ac:picMk id="5" creationId="{19BF24F5-FF10-7E33-CADC-04303C3F2B07}"/>
          </ac:picMkLst>
        </pc:picChg>
      </pc:sldChg>
      <pc:sldChg chg="addSp delSp modSp add mod">
        <pc:chgData name="Thales Camargo" userId="32493598628ea43f" providerId="LiveId" clId="{5218DF73-44CF-418E-BF7F-07F979E86436}" dt="2026-10-12T14:15:12.511" v="2198"/>
        <pc:sldMkLst>
          <pc:docMk/>
          <pc:sldMk cId="713987120" sldId="305"/>
        </pc:sldMkLst>
        <pc:spChg chg="mod">
          <ac:chgData name="Thales Camargo" userId="32493598628ea43f" providerId="LiveId" clId="{5218DF73-44CF-418E-BF7F-07F979E86436}" dt="2026-10-12T11:09:05.053" v="1053" actId="20577"/>
          <ac:spMkLst>
            <pc:docMk/>
            <pc:sldMk cId="713987120" sldId="305"/>
            <ac:spMk id="3" creationId="{21ABB8D7-72C8-AEC2-2C90-1F7F6A59811F}"/>
          </ac:spMkLst>
        </pc:spChg>
        <pc:spChg chg="mod">
          <ac:chgData name="Thales Camargo" userId="32493598628ea43f" providerId="LiveId" clId="{5218DF73-44CF-418E-BF7F-07F979E86436}" dt="2026-10-12T12:37:35.152" v="1116" actId="1035"/>
          <ac:spMkLst>
            <pc:docMk/>
            <pc:sldMk cId="713987120" sldId="305"/>
            <ac:spMk id="7" creationId="{1F7C1D44-FEFA-2952-4AD6-535493AA34D5}"/>
          </ac:spMkLst>
        </pc:spChg>
        <pc:spChg chg="mod">
          <ac:chgData name="Thales Camargo" userId="32493598628ea43f" providerId="LiveId" clId="{5218DF73-44CF-418E-BF7F-07F979E86436}" dt="2026-10-12T14:15:12.511" v="2198"/>
          <ac:spMkLst>
            <pc:docMk/>
            <pc:sldMk cId="713987120" sldId="305"/>
            <ac:spMk id="10" creationId="{3ADBB776-9A1C-28A9-4457-0CB5E5B37D97}"/>
          </ac:spMkLst>
        </pc:spChg>
        <pc:picChg chg="add mod">
          <ac:chgData name="Thales Camargo" userId="32493598628ea43f" providerId="LiveId" clId="{5218DF73-44CF-418E-BF7F-07F979E86436}" dt="2026-10-12T12:37:39.198" v="1117" actId="1076"/>
          <ac:picMkLst>
            <pc:docMk/>
            <pc:sldMk cId="713987120" sldId="305"/>
            <ac:picMk id="4" creationId="{A2EFEA40-C45F-51B6-AF0F-0A953285FC55}"/>
          </ac:picMkLst>
        </pc:picChg>
        <pc:picChg chg="del">
          <ac:chgData name="Thales Camargo" userId="32493598628ea43f" providerId="LiveId" clId="{5218DF73-44CF-418E-BF7F-07F979E86436}" dt="2026-10-12T11:08:15.359" v="1037" actId="478"/>
          <ac:picMkLst>
            <pc:docMk/>
            <pc:sldMk cId="713987120" sldId="305"/>
            <ac:picMk id="5" creationId="{7750DB58-9F96-B81B-E5CE-B4D398E99CCF}"/>
          </ac:picMkLst>
        </pc:picChg>
      </pc:sldChg>
      <pc:sldChg chg="addSp delSp modSp add mod">
        <pc:chgData name="Thales Camargo" userId="32493598628ea43f" providerId="LiveId" clId="{5218DF73-44CF-418E-BF7F-07F979E86436}" dt="2026-10-12T14:15:15.870" v="2199"/>
        <pc:sldMkLst>
          <pc:docMk/>
          <pc:sldMk cId="566307920" sldId="306"/>
        </pc:sldMkLst>
        <pc:spChg chg="add del mod">
          <ac:chgData name="Thales Camargo" userId="32493598628ea43f" providerId="LiveId" clId="{5218DF73-44CF-418E-BF7F-07F979E86436}" dt="2026-10-12T12:51:20.448" v="1212"/>
          <ac:spMkLst>
            <pc:docMk/>
            <pc:sldMk cId="566307920" sldId="306"/>
            <ac:spMk id="2" creationId="{D8E357F8-B833-F5B7-BA6F-63AAE64DDCCC}"/>
          </ac:spMkLst>
        </pc:spChg>
        <pc:spChg chg="del mod">
          <ac:chgData name="Thales Camargo" userId="32493598628ea43f" providerId="LiveId" clId="{5218DF73-44CF-418E-BF7F-07F979E86436}" dt="2026-10-12T12:50:57.699" v="1165" actId="478"/>
          <ac:spMkLst>
            <pc:docMk/>
            <pc:sldMk cId="566307920" sldId="306"/>
            <ac:spMk id="7" creationId="{2DF14098-A458-02F2-1D62-4CAA8960D338}"/>
          </ac:spMkLst>
        </pc:spChg>
        <pc:spChg chg="add mod">
          <ac:chgData name="Thales Camargo" userId="32493598628ea43f" providerId="LiveId" clId="{5218DF73-44CF-418E-BF7F-07F979E86436}" dt="2026-10-12T12:53:56.964" v="1245" actId="1076"/>
          <ac:spMkLst>
            <pc:docMk/>
            <pc:sldMk cId="566307920" sldId="306"/>
            <ac:spMk id="8" creationId="{58854BAF-0C7F-BF23-1A25-7DA35D288F3D}"/>
          </ac:spMkLst>
        </pc:spChg>
        <pc:spChg chg="add del mod">
          <ac:chgData name="Thales Camargo" userId="32493598628ea43f" providerId="LiveId" clId="{5218DF73-44CF-418E-BF7F-07F979E86436}" dt="2026-10-12T12:50:51.136" v="1163" actId="478"/>
          <ac:spMkLst>
            <pc:docMk/>
            <pc:sldMk cId="566307920" sldId="306"/>
            <ac:spMk id="9" creationId="{BC15DCB8-60AF-82C9-2904-8C1A60CDCB7F}"/>
          </ac:spMkLst>
        </pc:spChg>
        <pc:spChg chg="mod">
          <ac:chgData name="Thales Camargo" userId="32493598628ea43f" providerId="LiveId" clId="{5218DF73-44CF-418E-BF7F-07F979E86436}" dt="2026-10-12T14:15:15.870" v="2199"/>
          <ac:spMkLst>
            <pc:docMk/>
            <pc:sldMk cId="566307920" sldId="306"/>
            <ac:spMk id="10" creationId="{0B6C1CB4-2BC6-9594-8CF8-E746830E847D}"/>
          </ac:spMkLst>
        </pc:spChg>
        <pc:spChg chg="add mod">
          <ac:chgData name="Thales Camargo" userId="32493598628ea43f" providerId="LiveId" clId="{5218DF73-44CF-418E-BF7F-07F979E86436}" dt="2026-10-12T14:01:38.402" v="2033" actId="404"/>
          <ac:spMkLst>
            <pc:docMk/>
            <pc:sldMk cId="566307920" sldId="306"/>
            <ac:spMk id="12" creationId="{07211901-B176-7327-68B6-45408762E958}"/>
          </ac:spMkLst>
        </pc:spChg>
        <pc:spChg chg="add mod">
          <ac:chgData name="Thales Camargo" userId="32493598628ea43f" providerId="LiveId" clId="{5218DF73-44CF-418E-BF7F-07F979E86436}" dt="2026-10-12T12:53:34.979" v="1244" actId="20577"/>
          <ac:spMkLst>
            <pc:docMk/>
            <pc:sldMk cId="566307920" sldId="306"/>
            <ac:spMk id="13" creationId="{1A3FCF0B-36A9-0D7A-E371-4C0CED22CB0F}"/>
          </ac:spMkLst>
        </pc:spChg>
        <pc:picChg chg="del">
          <ac:chgData name="Thales Camargo" userId="32493598628ea43f" providerId="LiveId" clId="{5218DF73-44CF-418E-BF7F-07F979E86436}" dt="2026-10-12T12:43:39.246" v="1136" actId="478"/>
          <ac:picMkLst>
            <pc:docMk/>
            <pc:sldMk cId="566307920" sldId="306"/>
            <ac:picMk id="4" creationId="{9FB4E866-17D5-F322-3207-B207EF34424B}"/>
          </ac:picMkLst>
        </pc:picChg>
        <pc:picChg chg="add del mod">
          <ac:chgData name="Thales Camargo" userId="32493598628ea43f" providerId="LiveId" clId="{5218DF73-44CF-418E-BF7F-07F979E86436}" dt="2026-10-12T12:52:42.620" v="1225" actId="478"/>
          <ac:picMkLst>
            <pc:docMk/>
            <pc:sldMk cId="566307920" sldId="306"/>
            <ac:picMk id="6" creationId="{601BF5AA-FDB6-69AB-A8D0-C8188256F645}"/>
          </ac:picMkLst>
        </pc:picChg>
      </pc:sldChg>
      <pc:sldChg chg="add del">
        <pc:chgData name="Thales Camargo" userId="32493598628ea43f" providerId="LiveId" clId="{5218DF73-44CF-418E-BF7F-07F979E86436}" dt="2026-10-12T13:03:36.167" v="1303" actId="2696"/>
        <pc:sldMkLst>
          <pc:docMk/>
          <pc:sldMk cId="1075647222" sldId="307"/>
        </pc:sldMkLst>
      </pc:sldChg>
      <pc:sldChg chg="addSp delSp modSp add mod">
        <pc:chgData name="Thales Camargo" userId="32493598628ea43f" providerId="LiveId" clId="{5218DF73-44CF-418E-BF7F-07F979E86436}" dt="2026-10-12T14:18:28.293" v="2208" actId="478"/>
        <pc:sldMkLst>
          <pc:docMk/>
          <pc:sldMk cId="689937638" sldId="308"/>
        </pc:sldMkLst>
        <pc:spChg chg="add del mod">
          <ac:chgData name="Thales Camargo" userId="32493598628ea43f" providerId="LiveId" clId="{5218DF73-44CF-418E-BF7F-07F979E86436}" dt="2026-10-12T14:18:28.293" v="2208" actId="478"/>
          <ac:spMkLst>
            <pc:docMk/>
            <pc:sldMk cId="689937638" sldId="308"/>
            <ac:spMk id="9" creationId="{CFADCE95-FB66-CA52-71F7-5186C3C5A541}"/>
          </ac:spMkLst>
        </pc:spChg>
        <pc:spChg chg="mod">
          <ac:chgData name="Thales Camargo" userId="32493598628ea43f" providerId="LiveId" clId="{5218DF73-44CF-418E-BF7F-07F979E86436}" dt="2026-10-12T14:15:19.297" v="2200"/>
          <ac:spMkLst>
            <pc:docMk/>
            <pc:sldMk cId="689937638" sldId="308"/>
            <ac:spMk id="10" creationId="{274383A3-FA67-946F-25EF-883828ED34E6}"/>
          </ac:spMkLst>
        </pc:spChg>
        <pc:spChg chg="add mod">
          <ac:chgData name="Thales Camargo" userId="32493598628ea43f" providerId="LiveId" clId="{5218DF73-44CF-418E-BF7F-07F979E86436}" dt="2026-10-12T14:01:45.053" v="2035"/>
          <ac:spMkLst>
            <pc:docMk/>
            <pc:sldMk cId="689937638" sldId="308"/>
            <ac:spMk id="11" creationId="{83D68B7A-EDCC-681C-2EE1-62703E2974F3}"/>
          </ac:spMkLst>
        </pc:spChg>
        <pc:spChg chg="del">
          <ac:chgData name="Thales Camargo" userId="32493598628ea43f" providerId="LiveId" clId="{5218DF73-44CF-418E-BF7F-07F979E86436}" dt="2026-10-12T14:01:44.511" v="2034" actId="478"/>
          <ac:spMkLst>
            <pc:docMk/>
            <pc:sldMk cId="689937638" sldId="308"/>
            <ac:spMk id="12" creationId="{7D29FB5E-6AA8-B8C3-4079-04A326F50B92}"/>
          </ac:spMkLst>
        </pc:spChg>
        <pc:spChg chg="mod">
          <ac:chgData name="Thales Camargo" userId="32493598628ea43f" providerId="LiveId" clId="{5218DF73-44CF-418E-BF7F-07F979E86436}" dt="2026-10-12T12:55:44.855" v="1289" actId="20577"/>
          <ac:spMkLst>
            <pc:docMk/>
            <pc:sldMk cId="689937638" sldId="308"/>
            <ac:spMk id="13" creationId="{78C7A11D-1AD4-94D5-88E4-7D9BE8945348}"/>
          </ac:spMkLst>
        </pc:spChg>
        <pc:picChg chg="add mod">
          <ac:chgData name="Thales Camargo" userId="32493598628ea43f" providerId="LiveId" clId="{5218DF73-44CF-418E-BF7F-07F979E86436}" dt="2026-10-12T12:57:37.871" v="1301" actId="1076"/>
          <ac:picMkLst>
            <pc:docMk/>
            <pc:sldMk cId="689937638" sldId="308"/>
            <ac:picMk id="4" creationId="{C71958A7-2FAB-F75B-3810-29A761E544D0}"/>
          </ac:picMkLst>
        </pc:picChg>
        <pc:picChg chg="add mod">
          <ac:chgData name="Thales Camargo" userId="32493598628ea43f" providerId="LiveId" clId="{5218DF73-44CF-418E-BF7F-07F979E86436}" dt="2026-10-12T12:57:40.947" v="1302" actId="1076"/>
          <ac:picMkLst>
            <pc:docMk/>
            <pc:sldMk cId="689937638" sldId="308"/>
            <ac:picMk id="6" creationId="{F2DD33F4-A97D-7C5D-CA90-C539E6EBE3BE}"/>
          </ac:picMkLst>
        </pc:picChg>
      </pc:sldChg>
      <pc:sldChg chg="addSp delSp modSp add mod">
        <pc:chgData name="Thales Camargo" userId="32493598628ea43f" providerId="LiveId" clId="{5218DF73-44CF-418E-BF7F-07F979E86436}" dt="2026-10-12T14:15:21.966" v="2201"/>
        <pc:sldMkLst>
          <pc:docMk/>
          <pc:sldMk cId="4243876913" sldId="309"/>
        </pc:sldMkLst>
        <pc:spChg chg="mod">
          <ac:chgData name="Thales Camargo" userId="32493598628ea43f" providerId="LiveId" clId="{5218DF73-44CF-418E-BF7F-07F979E86436}" dt="2026-10-12T14:15:21.966" v="2201"/>
          <ac:spMkLst>
            <pc:docMk/>
            <pc:sldMk cId="4243876913" sldId="309"/>
            <ac:spMk id="10" creationId="{D7B76FDD-C95C-CEA2-870B-08C1496A9558}"/>
          </ac:spMkLst>
        </pc:spChg>
        <pc:spChg chg="add mod">
          <ac:chgData name="Thales Camargo" userId="32493598628ea43f" providerId="LiveId" clId="{5218DF73-44CF-418E-BF7F-07F979E86436}" dt="2026-10-12T13:17:49.188" v="1385" actId="20577"/>
          <ac:spMkLst>
            <pc:docMk/>
            <pc:sldMk cId="4243876913" sldId="309"/>
            <ac:spMk id="11" creationId="{313A1BF7-06EB-1CBF-7EF8-3E91681410A3}"/>
          </ac:spMkLst>
        </pc:spChg>
        <pc:spChg chg="del">
          <ac:chgData name="Thales Camargo" userId="32493598628ea43f" providerId="LiveId" clId="{5218DF73-44CF-418E-BF7F-07F979E86436}" dt="2026-10-12T14:01:53.317" v="2036" actId="478"/>
          <ac:spMkLst>
            <pc:docMk/>
            <pc:sldMk cId="4243876913" sldId="309"/>
            <ac:spMk id="12" creationId="{30CA9491-EBA9-2A2D-3AC1-DE78576E8221}"/>
          </ac:spMkLst>
        </pc:spChg>
        <pc:spChg chg="mod">
          <ac:chgData name="Thales Camargo" userId="32493598628ea43f" providerId="LiveId" clId="{5218DF73-44CF-418E-BF7F-07F979E86436}" dt="2026-10-12T13:23:19.276" v="1401" actId="20577"/>
          <ac:spMkLst>
            <pc:docMk/>
            <pc:sldMk cId="4243876913" sldId="309"/>
            <ac:spMk id="13" creationId="{282E481D-49A2-33F1-0AF9-A1B36C3797E8}"/>
          </ac:spMkLst>
        </pc:spChg>
        <pc:spChg chg="add mod">
          <ac:chgData name="Thales Camargo" userId="32493598628ea43f" providerId="LiveId" clId="{5218DF73-44CF-418E-BF7F-07F979E86436}" dt="2026-10-12T14:01:53.317" v="2036" actId="478"/>
          <ac:spMkLst>
            <pc:docMk/>
            <pc:sldMk cId="4243876913" sldId="309"/>
            <ac:spMk id="15" creationId="{B4EB6AC5-0F35-A807-B7B9-857838D95495}"/>
          </ac:spMkLst>
        </pc:spChg>
        <pc:spChg chg="add mod">
          <ac:chgData name="Thales Camargo" userId="32493598628ea43f" providerId="LiveId" clId="{5218DF73-44CF-418E-BF7F-07F979E86436}" dt="2026-10-12T14:01:53.609" v="2037"/>
          <ac:spMkLst>
            <pc:docMk/>
            <pc:sldMk cId="4243876913" sldId="309"/>
            <ac:spMk id="16" creationId="{30C8B7A2-BF78-1C2D-FCDB-044D8D811835}"/>
          </ac:spMkLst>
        </pc:spChg>
        <pc:picChg chg="del">
          <ac:chgData name="Thales Camargo" userId="32493598628ea43f" providerId="LiveId" clId="{5218DF73-44CF-418E-BF7F-07F979E86436}" dt="2026-10-12T13:08:51.214" v="1305" actId="478"/>
          <ac:picMkLst>
            <pc:docMk/>
            <pc:sldMk cId="4243876913" sldId="309"/>
            <ac:picMk id="4" creationId="{BA8F4BFA-EE4B-1461-F846-A59E042EB51B}"/>
          </ac:picMkLst>
        </pc:picChg>
        <pc:picChg chg="add mod">
          <ac:chgData name="Thales Camargo" userId="32493598628ea43f" providerId="LiveId" clId="{5218DF73-44CF-418E-BF7F-07F979E86436}" dt="2026-10-12T13:10:52.214" v="1321" actId="14100"/>
          <ac:picMkLst>
            <pc:docMk/>
            <pc:sldMk cId="4243876913" sldId="309"/>
            <ac:picMk id="5" creationId="{60F82440-7C88-7D4E-BE59-43640E938C6C}"/>
          </ac:picMkLst>
        </pc:picChg>
        <pc:picChg chg="del">
          <ac:chgData name="Thales Camargo" userId="32493598628ea43f" providerId="LiveId" clId="{5218DF73-44CF-418E-BF7F-07F979E86436}" dt="2026-10-12T13:08:52.214" v="1306" actId="478"/>
          <ac:picMkLst>
            <pc:docMk/>
            <pc:sldMk cId="4243876913" sldId="309"/>
            <ac:picMk id="6" creationId="{65EF94CC-4323-3B93-C78E-8CB18313BA89}"/>
          </ac:picMkLst>
        </pc:picChg>
        <pc:picChg chg="add mod">
          <ac:chgData name="Thales Camargo" userId="32493598628ea43f" providerId="LiveId" clId="{5218DF73-44CF-418E-BF7F-07F979E86436}" dt="2026-10-12T13:16:22.339" v="1330" actId="1076"/>
          <ac:picMkLst>
            <pc:docMk/>
            <pc:sldMk cId="4243876913" sldId="309"/>
            <ac:picMk id="9" creationId="{587713AC-F864-2667-DFA9-B1C862256C15}"/>
          </ac:picMkLst>
        </pc:picChg>
      </pc:sldChg>
      <pc:sldChg chg="addSp delSp modSp add mod">
        <pc:chgData name="Thales Camargo" userId="32493598628ea43f" providerId="LiveId" clId="{5218DF73-44CF-418E-BF7F-07F979E86436}" dt="2026-10-12T14:15:28.573" v="2202"/>
        <pc:sldMkLst>
          <pc:docMk/>
          <pc:sldMk cId="1102794762" sldId="310"/>
        </pc:sldMkLst>
        <pc:spChg chg="mod">
          <ac:chgData name="Thales Camargo" userId="32493598628ea43f" providerId="LiveId" clId="{5218DF73-44CF-418E-BF7F-07F979E86436}" dt="2026-10-12T13:24:49.058" v="1416" actId="20577"/>
          <ac:spMkLst>
            <pc:docMk/>
            <pc:sldMk cId="1102794762" sldId="310"/>
            <ac:spMk id="3" creationId="{37931274-1331-317D-3E04-25F1C7010956}"/>
          </ac:spMkLst>
        </pc:spChg>
        <pc:spChg chg="mod">
          <ac:chgData name="Thales Camargo" userId="32493598628ea43f" providerId="LiveId" clId="{5218DF73-44CF-418E-BF7F-07F979E86436}" dt="2026-10-12T13:49:04.011" v="1917" actId="1036"/>
          <ac:spMkLst>
            <pc:docMk/>
            <pc:sldMk cId="1102794762" sldId="310"/>
            <ac:spMk id="7" creationId="{79EA0F45-17F3-12CD-91C2-E6E84EB9E87E}"/>
          </ac:spMkLst>
        </pc:spChg>
        <pc:spChg chg="mod">
          <ac:chgData name="Thales Camargo" userId="32493598628ea43f" providerId="LiveId" clId="{5218DF73-44CF-418E-BF7F-07F979E86436}" dt="2026-10-12T14:15:28.573" v="2202"/>
          <ac:spMkLst>
            <pc:docMk/>
            <pc:sldMk cId="1102794762" sldId="310"/>
            <ac:spMk id="10" creationId="{207B3AEF-CB2E-7A7F-5CD4-6DF245958891}"/>
          </ac:spMkLst>
        </pc:spChg>
        <pc:picChg chg="del">
          <ac:chgData name="Thales Camargo" userId="32493598628ea43f" providerId="LiveId" clId="{5218DF73-44CF-418E-BF7F-07F979E86436}" dt="2026-10-12T13:35:24.979" v="1752" actId="478"/>
          <ac:picMkLst>
            <pc:docMk/>
            <pc:sldMk cId="1102794762" sldId="310"/>
            <ac:picMk id="4" creationId="{54BCE436-DB00-39FD-CD77-9AE9EACAA3A1}"/>
          </ac:picMkLst>
        </pc:picChg>
        <pc:picChg chg="add mod">
          <ac:chgData name="Thales Camargo" userId="32493598628ea43f" providerId="LiveId" clId="{5218DF73-44CF-418E-BF7F-07F979E86436}" dt="2026-10-12T13:48:57.116" v="1905" actId="1076"/>
          <ac:picMkLst>
            <pc:docMk/>
            <pc:sldMk cId="1102794762" sldId="310"/>
            <ac:picMk id="5" creationId="{58A7C872-B1A6-B76F-EE79-52EC1C9C055A}"/>
          </ac:picMkLst>
        </pc:picChg>
      </pc:sldChg>
      <pc:sldChg chg="add del">
        <pc:chgData name="Thales Camargo" userId="32493598628ea43f" providerId="LiveId" clId="{5218DF73-44CF-418E-BF7F-07F979E86436}" dt="2026-10-12T13:39:12.793" v="1767" actId="2696"/>
        <pc:sldMkLst>
          <pc:docMk/>
          <pc:sldMk cId="154270049" sldId="311"/>
        </pc:sldMkLst>
      </pc:sldChg>
      <pc:sldChg chg="addSp delSp modSp add mod">
        <pc:chgData name="Thales Camargo" userId="32493598628ea43f" providerId="LiveId" clId="{5218DF73-44CF-418E-BF7F-07F979E86436}" dt="2026-10-12T14:15:31.652" v="2203"/>
        <pc:sldMkLst>
          <pc:docMk/>
          <pc:sldMk cId="2392997813" sldId="311"/>
        </pc:sldMkLst>
        <pc:spChg chg="mod">
          <ac:chgData name="Thales Camargo" userId="32493598628ea43f" providerId="LiveId" clId="{5218DF73-44CF-418E-BF7F-07F979E86436}" dt="2026-10-12T13:43:51.131" v="1813" actId="20577"/>
          <ac:spMkLst>
            <pc:docMk/>
            <pc:sldMk cId="2392997813" sldId="311"/>
            <ac:spMk id="7" creationId="{A7243899-F626-074B-EF85-7F0E127EF58F}"/>
          </ac:spMkLst>
        </pc:spChg>
        <pc:spChg chg="mod">
          <ac:chgData name="Thales Camargo" userId="32493598628ea43f" providerId="LiveId" clId="{5218DF73-44CF-418E-BF7F-07F979E86436}" dt="2026-10-12T14:15:31.652" v="2203"/>
          <ac:spMkLst>
            <pc:docMk/>
            <pc:sldMk cId="2392997813" sldId="311"/>
            <ac:spMk id="10" creationId="{8DAE2490-2AA7-F815-FC3D-D2C03AAC7DF7}"/>
          </ac:spMkLst>
        </pc:spChg>
        <pc:picChg chg="add mod">
          <ac:chgData name="Thales Camargo" userId="32493598628ea43f" providerId="LiveId" clId="{5218DF73-44CF-418E-BF7F-07F979E86436}" dt="2026-10-12T13:43:56.042" v="1814" actId="1076"/>
          <ac:picMkLst>
            <pc:docMk/>
            <pc:sldMk cId="2392997813" sldId="311"/>
            <ac:picMk id="4" creationId="{D7DB7BC3-25CB-45DB-F46D-F575200FC917}"/>
          </ac:picMkLst>
        </pc:picChg>
        <pc:picChg chg="del">
          <ac:chgData name="Thales Camargo" userId="32493598628ea43f" providerId="LiveId" clId="{5218DF73-44CF-418E-BF7F-07F979E86436}" dt="2026-10-12T13:39:38.495" v="1771" actId="478"/>
          <ac:picMkLst>
            <pc:docMk/>
            <pc:sldMk cId="2392997813" sldId="311"/>
            <ac:picMk id="5" creationId="{5BAC06F2-C011-8021-7147-03F93499E168}"/>
          </ac:picMkLst>
        </pc:picChg>
      </pc:sldChg>
      <pc:sldChg chg="addSp delSp modSp add mod">
        <pc:chgData name="Thales Camargo" userId="32493598628ea43f" providerId="LiveId" clId="{5218DF73-44CF-418E-BF7F-07F979E86436}" dt="2026-10-12T14:15:34.761" v="2204"/>
        <pc:sldMkLst>
          <pc:docMk/>
          <pc:sldMk cId="2349865764" sldId="312"/>
        </pc:sldMkLst>
        <pc:spChg chg="mod">
          <ac:chgData name="Thales Camargo" userId="32493598628ea43f" providerId="LiveId" clId="{5218DF73-44CF-418E-BF7F-07F979E86436}" dt="2026-10-12T13:44:31.136" v="1826" actId="20577"/>
          <ac:spMkLst>
            <pc:docMk/>
            <pc:sldMk cId="2349865764" sldId="312"/>
            <ac:spMk id="3" creationId="{9A3B7993-03F0-F9B7-E930-9DE3C21739AA}"/>
          </ac:spMkLst>
        </pc:spChg>
        <pc:spChg chg="mod">
          <ac:chgData name="Thales Camargo" userId="32493598628ea43f" providerId="LiveId" clId="{5218DF73-44CF-418E-BF7F-07F979E86436}" dt="2026-10-12T13:45:59.777" v="1857" actId="20577"/>
          <ac:spMkLst>
            <pc:docMk/>
            <pc:sldMk cId="2349865764" sldId="312"/>
            <ac:spMk id="7" creationId="{DB9992C5-DCC8-97D8-C20E-C531C26598B9}"/>
          </ac:spMkLst>
        </pc:spChg>
        <pc:spChg chg="mod">
          <ac:chgData name="Thales Camargo" userId="32493598628ea43f" providerId="LiveId" clId="{5218DF73-44CF-418E-BF7F-07F979E86436}" dt="2026-10-12T14:15:34.761" v="2204"/>
          <ac:spMkLst>
            <pc:docMk/>
            <pc:sldMk cId="2349865764" sldId="312"/>
            <ac:spMk id="10" creationId="{DBED55EF-F52E-4BB1-4488-81059E51DF2C}"/>
          </ac:spMkLst>
        </pc:spChg>
        <pc:picChg chg="del">
          <ac:chgData name="Thales Camargo" userId="32493598628ea43f" providerId="LiveId" clId="{5218DF73-44CF-418E-BF7F-07F979E86436}" dt="2026-10-12T13:45:37.715" v="1846" actId="478"/>
          <ac:picMkLst>
            <pc:docMk/>
            <pc:sldMk cId="2349865764" sldId="312"/>
            <ac:picMk id="4" creationId="{7F2E54DB-467F-5AAF-596D-FD7F17AAB1C6}"/>
          </ac:picMkLst>
        </pc:picChg>
        <pc:picChg chg="add mod modCrop">
          <ac:chgData name="Thales Camargo" userId="32493598628ea43f" providerId="LiveId" clId="{5218DF73-44CF-418E-BF7F-07F979E86436}" dt="2026-10-12T13:47:14.788" v="1868" actId="1076"/>
          <ac:picMkLst>
            <pc:docMk/>
            <pc:sldMk cId="2349865764" sldId="312"/>
            <ac:picMk id="5" creationId="{4772079C-AD27-12F4-8F97-3D511DCE7630}"/>
          </ac:picMkLst>
        </pc:picChg>
        <pc:picChg chg="add mod">
          <ac:chgData name="Thales Camargo" userId="32493598628ea43f" providerId="LiveId" clId="{5218DF73-44CF-418E-BF7F-07F979E86436}" dt="2026-10-12T13:47:10.043" v="1867" actId="1076"/>
          <ac:picMkLst>
            <pc:docMk/>
            <pc:sldMk cId="2349865764" sldId="312"/>
            <ac:picMk id="8" creationId="{AC2B3DDC-548D-79EF-43DD-77797C907E14}"/>
          </ac:picMkLst>
        </pc:picChg>
      </pc:sldChg>
      <pc:sldChg chg="add del">
        <pc:chgData name="Thales Camargo" userId="32493598628ea43f" providerId="LiveId" clId="{5218DF73-44CF-418E-BF7F-07F979E86436}" dt="2026-10-12T13:39:23.199" v="1768" actId="2696"/>
        <pc:sldMkLst>
          <pc:docMk/>
          <pc:sldMk cId="4177582154" sldId="312"/>
        </pc:sldMkLst>
      </pc:sldChg>
      <pc:sldChg chg="addSp delSp modSp add mod">
        <pc:chgData name="Thales Camargo" userId="32493598628ea43f" providerId="LiveId" clId="{5218DF73-44CF-418E-BF7F-07F979E86436}" dt="2026-10-12T14:15:38.511" v="2205"/>
        <pc:sldMkLst>
          <pc:docMk/>
          <pc:sldMk cId="3282293716" sldId="313"/>
        </pc:sldMkLst>
        <pc:spChg chg="mod">
          <ac:chgData name="Thales Camargo" userId="32493598628ea43f" providerId="LiveId" clId="{5218DF73-44CF-418E-BF7F-07F979E86436}" dt="2026-10-12T13:51:27.730" v="1934" actId="20577"/>
          <ac:spMkLst>
            <pc:docMk/>
            <pc:sldMk cId="3282293716" sldId="313"/>
            <ac:spMk id="3" creationId="{58BDF44C-188D-CC63-D315-E758CEDCD9B8}"/>
          </ac:spMkLst>
        </pc:spChg>
        <pc:spChg chg="add mod">
          <ac:chgData name="Thales Camargo" userId="32493598628ea43f" providerId="LiveId" clId="{5218DF73-44CF-418E-BF7F-07F979E86436}" dt="2026-10-12T14:01:19.543" v="2031" actId="1076"/>
          <ac:spMkLst>
            <pc:docMk/>
            <pc:sldMk cId="3282293716" sldId="313"/>
            <ac:spMk id="6" creationId="{7470365D-E1BE-98AD-74C6-5647F1CFA91E}"/>
          </ac:spMkLst>
        </pc:spChg>
        <pc:spChg chg="mod">
          <ac:chgData name="Thales Camargo" userId="32493598628ea43f" providerId="LiveId" clId="{5218DF73-44CF-418E-BF7F-07F979E86436}" dt="2026-10-12T13:58:07.313" v="2004" actId="20577"/>
          <ac:spMkLst>
            <pc:docMk/>
            <pc:sldMk cId="3282293716" sldId="313"/>
            <ac:spMk id="7" creationId="{B21D5327-DBB5-8A9A-E8D5-ACDE4099EBF8}"/>
          </ac:spMkLst>
        </pc:spChg>
        <pc:spChg chg="mod">
          <ac:chgData name="Thales Camargo" userId="32493598628ea43f" providerId="LiveId" clId="{5218DF73-44CF-418E-BF7F-07F979E86436}" dt="2026-10-12T14:15:38.511" v="2205"/>
          <ac:spMkLst>
            <pc:docMk/>
            <pc:sldMk cId="3282293716" sldId="313"/>
            <ac:spMk id="10" creationId="{69260F03-D0B9-383D-F4F8-1CCABD8C350F}"/>
          </ac:spMkLst>
        </pc:spChg>
        <pc:picChg chg="add mod">
          <ac:chgData name="Thales Camargo" userId="32493598628ea43f" providerId="LiveId" clId="{5218DF73-44CF-418E-BF7F-07F979E86436}" dt="2026-10-12T13:59:09.465" v="2006" actId="1076"/>
          <ac:picMkLst>
            <pc:docMk/>
            <pc:sldMk cId="3282293716" sldId="313"/>
            <ac:picMk id="4" creationId="{11D2B3D4-A5AB-7566-F74E-4D40F4EFD28A}"/>
          </ac:picMkLst>
        </pc:picChg>
        <pc:picChg chg="del">
          <ac:chgData name="Thales Camargo" userId="32493598628ea43f" providerId="LiveId" clId="{5218DF73-44CF-418E-BF7F-07F979E86436}" dt="2026-10-12T13:51:31.892" v="1935" actId="478"/>
          <ac:picMkLst>
            <pc:docMk/>
            <pc:sldMk cId="3282293716" sldId="313"/>
            <ac:picMk id="5" creationId="{EA039762-8100-F539-FD8C-1D319DDA7ED8}"/>
          </ac:picMkLst>
        </pc:picChg>
        <pc:picChg chg="del">
          <ac:chgData name="Thales Camargo" userId="32493598628ea43f" providerId="LiveId" clId="{5218DF73-44CF-418E-BF7F-07F979E86436}" dt="2026-10-12T13:51:32.355" v="1936" actId="478"/>
          <ac:picMkLst>
            <pc:docMk/>
            <pc:sldMk cId="3282293716" sldId="313"/>
            <ac:picMk id="8" creationId="{73FAACBA-09F2-A9FD-503C-C05B43CEA98E}"/>
          </ac:picMkLst>
        </pc:picChg>
      </pc:sldChg>
      <pc:sldChg chg="addSp delSp modSp add mod">
        <pc:chgData name="Thales Camargo" userId="32493598628ea43f" providerId="LiveId" clId="{5218DF73-44CF-418E-BF7F-07F979E86436}" dt="2026-10-12T14:15:42.074" v="2206"/>
        <pc:sldMkLst>
          <pc:docMk/>
          <pc:sldMk cId="1582507463" sldId="314"/>
        </pc:sldMkLst>
        <pc:spChg chg="mod">
          <ac:chgData name="Thales Camargo" userId="32493598628ea43f" providerId="LiveId" clId="{5218DF73-44CF-418E-BF7F-07F979E86436}" dt="2026-10-12T14:04:17.675" v="2065" actId="20577"/>
          <ac:spMkLst>
            <pc:docMk/>
            <pc:sldMk cId="1582507463" sldId="314"/>
            <ac:spMk id="3" creationId="{065ED709-98C0-0ABD-DE48-A9DE579A1367}"/>
          </ac:spMkLst>
        </pc:spChg>
        <pc:spChg chg="add del mod">
          <ac:chgData name="Thales Camargo" userId="32493598628ea43f" providerId="LiveId" clId="{5218DF73-44CF-418E-BF7F-07F979E86436}" dt="2026-10-12T14:04:24.574" v="2068" actId="478"/>
          <ac:spMkLst>
            <pc:docMk/>
            <pc:sldMk cId="1582507463" sldId="314"/>
            <ac:spMk id="5" creationId="{CDCE4298-11E3-252E-7520-55437EAAA53E}"/>
          </ac:spMkLst>
        </pc:spChg>
        <pc:spChg chg="del">
          <ac:chgData name="Thales Camargo" userId="32493598628ea43f" providerId="LiveId" clId="{5218DF73-44CF-418E-BF7F-07F979E86436}" dt="2026-10-12T14:04:21.667" v="2066" actId="478"/>
          <ac:spMkLst>
            <pc:docMk/>
            <pc:sldMk cId="1582507463" sldId="314"/>
            <ac:spMk id="7" creationId="{A815B94C-1214-F524-1C9F-6D262CFAA876}"/>
          </ac:spMkLst>
        </pc:spChg>
        <pc:spChg chg="mod">
          <ac:chgData name="Thales Camargo" userId="32493598628ea43f" providerId="LiveId" clId="{5218DF73-44CF-418E-BF7F-07F979E86436}" dt="2026-10-12T14:15:42.074" v="2206"/>
          <ac:spMkLst>
            <pc:docMk/>
            <pc:sldMk cId="1582507463" sldId="314"/>
            <ac:spMk id="10" creationId="{84036318-1E57-C7C1-4FA4-41E41D93A8B6}"/>
          </ac:spMkLst>
        </pc:spChg>
        <pc:picChg chg="del">
          <ac:chgData name="Thales Camargo" userId="32493598628ea43f" providerId="LiveId" clId="{5218DF73-44CF-418E-BF7F-07F979E86436}" dt="2026-10-12T14:04:23.699" v="2067" actId="478"/>
          <ac:picMkLst>
            <pc:docMk/>
            <pc:sldMk cId="1582507463" sldId="314"/>
            <ac:picMk id="4" creationId="{A24F1480-7933-36E8-4AB3-B36FDCD57449}"/>
          </ac:picMkLst>
        </pc:picChg>
        <pc:picChg chg="add mod">
          <ac:chgData name="Thales Camargo" userId="32493598628ea43f" providerId="LiveId" clId="{5218DF73-44CF-418E-BF7F-07F979E86436}" dt="2026-10-12T14:05:03.823" v="2077" actId="1076"/>
          <ac:picMkLst>
            <pc:docMk/>
            <pc:sldMk cId="1582507463" sldId="314"/>
            <ac:picMk id="9" creationId="{D4B9E223-27FA-DCFC-60CD-A502F8E018A1}"/>
          </ac:picMkLst>
        </pc:picChg>
        <pc:picChg chg="add mod">
          <ac:chgData name="Thales Camargo" userId="32493598628ea43f" providerId="LiveId" clId="{5218DF73-44CF-418E-BF7F-07F979E86436}" dt="2026-10-12T14:05:07.496" v="2078" actId="1076"/>
          <ac:picMkLst>
            <pc:docMk/>
            <pc:sldMk cId="1582507463" sldId="314"/>
            <ac:picMk id="12" creationId="{DD9899F4-3F96-B768-17D2-09A3E83539EE}"/>
          </ac:picMkLst>
        </pc:picChg>
      </pc:sldChg>
      <pc:sldChg chg="addSp delSp modSp add mod">
        <pc:chgData name="Thales Camargo" userId="32493598628ea43f" providerId="LiveId" clId="{5218DF73-44CF-418E-BF7F-07F979E86436}" dt="2026-10-12T14:15:45.542" v="2207"/>
        <pc:sldMkLst>
          <pc:docMk/>
          <pc:sldMk cId="2358229739" sldId="315"/>
        </pc:sldMkLst>
        <pc:spChg chg="add del mod">
          <ac:chgData name="Thales Camargo" userId="32493598628ea43f" providerId="LiveId" clId="{5218DF73-44CF-418E-BF7F-07F979E86436}" dt="2026-10-12T14:11:38.855" v="2118" actId="478"/>
          <ac:spMkLst>
            <pc:docMk/>
            <pc:sldMk cId="2358229739" sldId="315"/>
            <ac:spMk id="2" creationId="{F976C082-A80D-BD4F-8317-8EEAB8E1E281}"/>
          </ac:spMkLst>
        </pc:spChg>
        <pc:spChg chg="mod">
          <ac:chgData name="Thales Camargo" userId="32493598628ea43f" providerId="LiveId" clId="{5218DF73-44CF-418E-BF7F-07F979E86436}" dt="2026-10-12T14:11:33.730" v="2116" actId="20577"/>
          <ac:spMkLst>
            <pc:docMk/>
            <pc:sldMk cId="2358229739" sldId="315"/>
            <ac:spMk id="3" creationId="{5EFF9938-A605-DA93-69CC-C7C26EE58608}"/>
          </ac:spMkLst>
        </pc:spChg>
        <pc:spChg chg="mod">
          <ac:chgData name="Thales Camargo" userId="32493598628ea43f" providerId="LiveId" clId="{5218DF73-44CF-418E-BF7F-07F979E86436}" dt="2026-10-12T14:14:12.331" v="2144" actId="20577"/>
          <ac:spMkLst>
            <pc:docMk/>
            <pc:sldMk cId="2358229739" sldId="315"/>
            <ac:spMk id="6" creationId="{AE08D955-FF6E-CC70-B737-87DC8A525606}"/>
          </ac:spMkLst>
        </pc:spChg>
        <pc:spChg chg="mod">
          <ac:chgData name="Thales Camargo" userId="32493598628ea43f" providerId="LiveId" clId="{5218DF73-44CF-418E-BF7F-07F979E86436}" dt="2026-10-12T14:15:45.542" v="2207"/>
          <ac:spMkLst>
            <pc:docMk/>
            <pc:sldMk cId="2358229739" sldId="315"/>
            <ac:spMk id="10" creationId="{D94E7360-D9A6-380E-CE23-7616260A460C}"/>
          </ac:spMkLst>
        </pc:spChg>
        <pc:picChg chg="del">
          <ac:chgData name="Thales Camargo" userId="32493598628ea43f" providerId="LiveId" clId="{5218DF73-44CF-418E-BF7F-07F979E86436}" dt="2026-10-12T14:11:29.466" v="2105" actId="478"/>
          <ac:picMkLst>
            <pc:docMk/>
            <pc:sldMk cId="2358229739" sldId="315"/>
            <ac:picMk id="9" creationId="{7232EFA5-30B0-6005-E70C-879850CA5D85}"/>
          </ac:picMkLst>
        </pc:picChg>
        <pc:picChg chg="del">
          <ac:chgData name="Thales Camargo" userId="32493598628ea43f" providerId="LiveId" clId="{5218DF73-44CF-418E-BF7F-07F979E86436}" dt="2026-10-12T14:11:30.012" v="2106" actId="478"/>
          <ac:picMkLst>
            <pc:docMk/>
            <pc:sldMk cId="2358229739" sldId="315"/>
            <ac:picMk id="12" creationId="{5AD380DE-F824-630F-B444-D676064AFB47}"/>
          </ac:picMkLst>
        </pc:picChg>
      </pc:sldChg>
      <pc:sldMasterChg chg="addSldLayout delSldLayout">
        <pc:chgData name="Thales Camargo" userId="32493598628ea43f" providerId="LiveId" clId="{5218DF73-44CF-418E-BF7F-07F979E86436}" dt="2026-10-12T14:10:37.642" v="2101" actId="2696"/>
        <pc:sldMasterMkLst>
          <pc:docMk/>
          <pc:sldMasterMk cId="3371034627" sldId="2147483750"/>
        </pc:sldMasterMkLst>
        <pc:sldLayoutChg chg="add del">
          <pc:chgData name="Thales Camargo" userId="32493598628ea43f" providerId="LiveId" clId="{5218DF73-44CF-418E-BF7F-07F979E86436}" dt="2026-10-12T14:10:37.642" v="2101" actId="2696"/>
          <pc:sldLayoutMkLst>
            <pc:docMk/>
            <pc:sldMasterMk cId="3371034627" sldId="2147483750"/>
            <pc:sldLayoutMk cId="4031506786" sldId="2147483770"/>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464747"/>
                </a:solidFill>
                <a:latin typeface="Montserrat"/>
              </a:rPr>
              <a:t>Observaciones por celda (n = 1000, variables binarias)</a:t>
            </a:r>
          </a:p>
        </c:rich>
      </c:tx>
      <c:layout/>
      <c:overlay val="0"/>
    </c:title>
    <c:autoTitleDeleted val="0"/>
    <c:plotArea>
      <c:barChart>
        <c:barDir val="col"/>
        <c:grouping val="clustered"/>
        <c:ser>
          <c:idx val="0"/>
          <c:order val="0"/>
          <c:tx>
            <c:strRef>
              <c:f>Sheet1!$B$1</c:f>
              <c:strCache>
                <c:ptCount val="1"/>
                <c:pt idx="0">
                  <c:v>Observaciones por celda</c:v>
                </c:pt>
              </c:strCache>
            </c:strRef>
          </c:tx>
          <c:spPr>
            <a:solidFill>
              <a:srgbClr val="0D6FCF"/>
            </a:solidFill>
          </c:spPr>
          <c:cat>
            <c:strRef>
              <c:f>Sheet1!$A$2:$A$8</c:f>
              <c:strCache>
                <c:ptCount val="7"/>
                <c:pt idx="0">
                  <c:v>0</c:v>
                </c:pt>
                <c:pt idx="1">
                  <c:v>1</c:v>
                </c:pt>
                <c:pt idx="2">
                  <c:v>2</c:v>
                </c:pt>
                <c:pt idx="3">
                  <c:v>3</c:v>
                </c:pt>
                <c:pt idx="4">
                  <c:v>4</c:v>
                </c:pt>
                <c:pt idx="5">
                  <c:v>5</c:v>
                </c:pt>
                <c:pt idx="6">
                  <c:v>6</c:v>
                </c:pt>
              </c:strCache>
            </c:strRef>
          </c:cat>
          <c:val>
            <c:numRef>
              <c:f>Sheet1!$B$2:$B$8</c:f>
              <c:numCache>
                <c:formatCode>General</c:formatCode>
                <c:ptCount val="7"/>
                <c:pt idx="0">
                  <c:v>250</c:v>
                </c:pt>
                <c:pt idx="1">
                  <c:v>125</c:v>
                </c:pt>
                <c:pt idx="2">
                  <c:v>62.5</c:v>
                </c:pt>
                <c:pt idx="3">
                  <c:v>31.3</c:v>
                </c:pt>
                <c:pt idx="4">
                  <c:v>15.6</c:v>
                </c:pt>
                <c:pt idx="5">
                  <c:v>7.8</c:v>
                </c:pt>
                <c:pt idx="6">
                  <c:v>3.9</c:v>
                </c:pt>
              </c:numCache>
            </c:numRef>
          </c:val>
        </c:ser>
        <c:dLbls>
          <c:numFmt formatCode="0" sourceLinked="0"/>
          <c:txPr>
            <a:bodyPr/>
            <a:lstStyle/>
            <a:p>
              <a:pPr>
                <a:defRPr sz="1000">
                  <a:solidFill>
                    <a:srgbClr val="464747"/>
                  </a:solidFill>
                  <a:latin typeface="Montserrat"/>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title>
          <c:tx>
            <c:rich>
              <a:bodyPr/>
              <a:lstStyle/>
              <a:p>
                <a:r>
                  <a:rPr sz="1000" b="0">
                    <a:solidFill>
                      <a:srgbClr val="464747"/>
                    </a:solidFill>
                    <a:latin typeface="Montserrat"/>
                  </a:rPr>
                  <a:t>Tamaño del conjunto condicionante |S|</a:t>
                </a:r>
              </a:p>
            </c:rich>
          </c:tx>
          <c:layout/>
          <c:overlay val="0"/>
        </c:title>
        <c:majorTickMark val="out"/>
        <c:minorTickMark val="none"/>
        <c:tickLblPos val="nextTo"/>
        <c:spPr>
          <a:ln>
            <a:solidFill>
              <a:srgbClr val="BFBFBF"/>
            </a:solidFill>
          </a:ln>
        </c:spPr>
        <c:txPr>
          <a:bodyPr/>
          <a:lstStyle/>
          <a:p>
            <a:pPr>
              <a:defRPr sz="1000">
                <a:solidFill>
                  <a:srgbClr val="464747"/>
                </a:solidFill>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364DC1C-20BD-424D-A7DB-0E813497E5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latin typeface="Montserrat Light" pitchFamily="2" charset="77"/>
            </a:endParaRPr>
          </a:p>
        </p:txBody>
      </p:sp>
      <p:sp>
        <p:nvSpPr>
          <p:cNvPr id="3" name="Marcador de fecha 2">
            <a:extLst>
              <a:ext uri="{FF2B5EF4-FFF2-40B4-BE49-F238E27FC236}">
                <a16:creationId xmlns:a16="http://schemas.microsoft.com/office/drawing/2014/main" id="{BC64DFA6-62DD-5749-8176-BA7B66FA3C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93C13B-AEE2-9D49-A16C-7EEB74F83564}" type="datetime1">
              <a:rPr lang="es-ES" smtClean="0">
                <a:latin typeface="Montserrat Light" pitchFamily="2" charset="77"/>
              </a:rPr>
              <a:t>12/10/2026</a:t>
            </a:fld>
            <a:endParaRPr lang="es-ES" dirty="0">
              <a:latin typeface="Montserrat Light" pitchFamily="2" charset="77"/>
            </a:endParaRPr>
          </a:p>
        </p:txBody>
      </p:sp>
      <p:sp>
        <p:nvSpPr>
          <p:cNvPr id="4" name="Marcador de pie de página 3">
            <a:extLst>
              <a:ext uri="{FF2B5EF4-FFF2-40B4-BE49-F238E27FC236}">
                <a16:creationId xmlns:a16="http://schemas.microsoft.com/office/drawing/2014/main" id="{E1DCB9F3-D544-C74D-A43F-13E11FA297A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latin typeface="Montserrat Light" pitchFamily="2" charset="77"/>
            </a:endParaRPr>
          </a:p>
        </p:txBody>
      </p:sp>
      <p:sp>
        <p:nvSpPr>
          <p:cNvPr id="5" name="Marcador de número de diapositiva 4">
            <a:extLst>
              <a:ext uri="{FF2B5EF4-FFF2-40B4-BE49-F238E27FC236}">
                <a16:creationId xmlns:a16="http://schemas.microsoft.com/office/drawing/2014/main" id="{91E00BFE-155B-A44C-ADA6-94E520E5CBB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587A51-7B0E-ED4A-B620-A51C55769841}" type="slidenum">
              <a:rPr lang="es-ES" smtClean="0">
                <a:latin typeface="Montserrat Light" pitchFamily="2" charset="77"/>
              </a:rPr>
              <a:t>‹#›</a:t>
            </a:fld>
            <a:endParaRPr lang="es-ES" dirty="0">
              <a:latin typeface="Montserrat Light" pitchFamily="2" charset="77"/>
            </a:endParaRPr>
          </a:p>
        </p:txBody>
      </p:sp>
    </p:spTree>
    <p:extLst>
      <p:ext uri="{BB962C8B-B14F-4D97-AF65-F5344CB8AC3E}">
        <p14:creationId xmlns:p14="http://schemas.microsoft.com/office/powerpoint/2010/main" val="17832477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ontserrat Light" pitchFamily="2" charset="77"/>
              </a:defRPr>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ontserrat Light" pitchFamily="2" charset="77"/>
              </a:defRPr>
            </a:lvl1pPr>
          </a:lstStyle>
          <a:p>
            <a:fld id="{EA766990-1CC8-114A-B16D-76EE7FFDE9C2}" type="datetime1">
              <a:rPr lang="es-ES" smtClean="0"/>
              <a:pPr/>
              <a:t>12/10/2026</a:t>
            </a:fld>
            <a:endParaRPr lang="es-ES" dirty="0"/>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ontserrat Light" pitchFamily="2" charset="77"/>
              </a:defRPr>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ontserrat Light" pitchFamily="2" charset="77"/>
              </a:defRPr>
            </a:lvl1pPr>
          </a:lstStyle>
          <a:p>
            <a:fld id="{74F440C8-FB29-8B48-AA30-06B36916FE61}" type="slidenum">
              <a:rPr lang="es-ES" smtClean="0"/>
              <a:pPr/>
              <a:t>‹#›</a:t>
            </a:fld>
            <a:endParaRPr lang="es-ES" dirty="0"/>
          </a:p>
        </p:txBody>
      </p:sp>
    </p:spTree>
    <p:extLst>
      <p:ext uri="{BB962C8B-B14F-4D97-AF65-F5344CB8AC3E}">
        <p14:creationId xmlns:p14="http://schemas.microsoft.com/office/powerpoint/2010/main" val="38023900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b="0" i="0" kern="1200">
        <a:solidFill>
          <a:schemeClr val="tx1"/>
        </a:solidFill>
        <a:latin typeface="Montserrat Light" pitchFamily="2" charset="77"/>
        <a:ea typeface="+mn-ea"/>
        <a:cs typeface="+mn-cs"/>
      </a:defRPr>
    </a:lvl1pPr>
    <a:lvl2pPr marL="457200" algn="l" defTabSz="914400" rtl="0" eaLnBrk="1" latinLnBrk="0" hangingPunct="1">
      <a:defRPr sz="1200" b="0" i="0" kern="1200">
        <a:solidFill>
          <a:schemeClr val="tx1"/>
        </a:solidFill>
        <a:latin typeface="Montserrat Light" pitchFamily="2" charset="77"/>
        <a:ea typeface="+mn-ea"/>
        <a:cs typeface="+mn-cs"/>
      </a:defRPr>
    </a:lvl2pPr>
    <a:lvl3pPr marL="914400" algn="l" defTabSz="914400" rtl="0" eaLnBrk="1" latinLnBrk="0" hangingPunct="1">
      <a:defRPr sz="1200" b="0" i="0" kern="1200">
        <a:solidFill>
          <a:schemeClr val="tx1"/>
        </a:solidFill>
        <a:latin typeface="Montserrat Light" pitchFamily="2" charset="77"/>
        <a:ea typeface="+mn-ea"/>
        <a:cs typeface="+mn-cs"/>
      </a:defRPr>
    </a:lvl3pPr>
    <a:lvl4pPr marL="1371600" algn="l" defTabSz="914400" rtl="0" eaLnBrk="1" latinLnBrk="0" hangingPunct="1">
      <a:defRPr sz="1200" b="0" i="0" kern="1200">
        <a:solidFill>
          <a:schemeClr val="tx1"/>
        </a:solidFill>
        <a:latin typeface="Montserrat Light" pitchFamily="2" charset="77"/>
        <a:ea typeface="+mn-ea"/>
        <a:cs typeface="+mn-cs"/>
      </a:defRPr>
    </a:lvl4pPr>
    <a:lvl5pPr marL="1828800" algn="l" defTabSz="914400" rtl="0" eaLnBrk="1" latinLnBrk="0" hangingPunct="1">
      <a:defRPr sz="1200" b="0" i="0" kern="1200">
        <a:solidFill>
          <a:schemeClr val="tx1"/>
        </a:solidFill>
        <a:latin typeface="Montserrat Light" pitchFamily="2"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Somos Damián, Thales y Juan David, y vamos a presentar el estado del arte del aprendizaje basado en restricciones para redes bayesianas: el algoritmo PC y sus variantes, las pruebas de independencia condicional en que se apoya y los métodos híbridos.</a:t>
            </a:r>
          </a:p>
          <a:p/>
          <a:p>
            <a:r>
              <a:t>Idea para abrir: queremos descubrir qué variables influyen en cuáles usando solo datos, y el algoritmo PC lo hace haciendo muchas preguntas del tipo '¿son independientes estas dos variables si ya conozco una tercera?'.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línea de tiempo resume la historia. Del PC original de 1991 y las reglas de orientación de Meek en 1995, pasamos a una etapa centrada en la fiabilidad estadística a mediados de los 2000: el PC conservador, las variantes de Abellán y las garantías en alta dimensión de Kalisch y Bühlmann. En 2014 llega PC-stable, que resuelve la dependencia del orden, y entre 2017 y 2019 la paralelización. Los trabajos más recientes, de 2023 a 2026, relajan los supuestos y cambian el tipo de decisión: k-PC, series temporales, eventos extremos y restricciones diferenciables.</a:t>
            </a:r>
          </a:p>
          <a:p/>
          <a:p>
            <a:r>
              <a:t>El mensaje: el PC no se ha reemplazado, se ha ido parcheando problema a problema.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hoja de ruta, que sigue la estructura del informe. Primero, la introducción: qué es una red bayesiana y qué significa aprender su estructura a partir de datos. Segundo, el algoritmo PC: cómo funciona, sus cinco limitaciones con datos reales y cómo la literatura las ha ido resolviendo. Tercero, las pruebas de independencia condicional, que son el motor estadístico del PC. Y cuarto, los enfoques híbridos, que combinan restricciones y puntuación.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Empezamos con la introducción: los conceptos básicos que necesitamos para entender el resto.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red bayesiana tiene dos partes. La primera es un grafo con flechas y sin ciclos, lo que se llama DAG. Cada nodo es una variable y cada flecha significa 'influye directamente en'. En el ejemplo clásico: si está nublado es más probable que llueva y menos probable que se encienda el aspersor; y tanto la lluvia como el aspersor mojan el césped.</a:t>
            </a:r>
          </a:p>
          <a:p/>
          <a:p>
            <a:r>
              <a:t>La segunda parte son las probabilidades: cada variable solo necesita una tabla de probabilidad dado sus padres. Gracias a eso, la distribución conjunta se factoriza como el producto de la fórmula de abajo. Esto ahorra muchísimos parámetros y, sobre todo, nos dice qué variables son independientes de cuáles.</a:t>
            </a:r>
          </a:p>
          <a:p/>
          <a:p>
            <a:r>
              <a:t>Antes, el grafo lo dibujaba un experto. El problema es que en sistemas grandes, como genética con miles de genes, nadie conoce el grafo. Por eso queremos aprenderlo de los datos.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tres grandes formas de aprender el grafo a partir de datos.</a:t>
            </a:r>
          </a:p>
          <a:p/>
          <a:p>
            <a:r>
              <a:t>Los métodos de puntuación y búsqueda prueban grafos completos y les ponen una nota, por ejemplo el BIC, que premia ajustar bien los datos y penaliza la complejidad. Es como probarse ropa hasta encontrar la que mejor queda.</a:t>
            </a:r>
          </a:p>
          <a:p/>
          <a:p>
            <a:r>
              <a:t>Los métodos basados en restricciones no evalúan grafos completos: hacen pruebas estadísticas locales de independencia y deducen el grafo a partir de ellas, como un detective que va descartando sospechosos con pistas. Su gran ventaja es la interpretabilidad: cada arista eliminada se explica con una prueba concreta.</a:t>
            </a:r>
          </a:p>
          <a:p/>
          <a:p>
            <a:r>
              <a:t>Los híbridos combinan ambos: las restricciones reducen el espacio de grafos posibles y la puntuación elige el mejor dentro de ese espacio. El ejemplo clásico es MMHC, de Tsamardinos y colegas, en 2006.</a:t>
            </a:r>
          </a:p>
          <a:p/>
          <a:p>
            <a:r>
              <a:t>Nuestro trabajo cubre las dos familias resaltadas: los métodos basados en restricciones, con el PC y sus pruebas de independencia, y su evolución hacia los híbridos.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 más importante de la presentación. Dos variables son condicionalmente independientes dado Z si, una vez que conozco Z, saber X no me dice nada nuevo sobre Y.</a:t>
            </a:r>
          </a:p>
          <a:p/>
          <a:p>
            <a:r>
              <a:t>Hay tres patrones básicos. En la cadena, X causa Z y Z causa Y: si conozco Z, X ya no aporta nada sobre Y. En la bifurcación, Z es causa común de X e Y: también se vuelven independientes al conocer Z. El colisor es el caso especial: X e Y son causas independientes de un efecto común Z. Son independientes entre sí, pero si conozco el efecto se vuelven dependientes. Ejemplo: lluvia y aspersor son independientes, pero si sé que el césped está mojado y no llovió, deduzco que se encendió el aspersor.</a:t>
            </a:r>
          </a:p>
          <a:p/>
          <a:p>
            <a:r>
              <a:t>Los colisores son la clave para orientar flechas, porque dejan una huella distinta en los datos.</a:t>
            </a:r>
          </a:p>
          <a:p/>
          <a:p>
            <a:r>
              <a:t>Dos supuestos conectan datos y grafo: la condición de Markov dice que el grafo implica estas independencias; la fidelidad dice que los datos no tienen independencias extra por coincidencias, por ejemplo dos efectos que se cancelan exactamente.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a la segunda parte: el algoritmo PC. Primero veremos cómo funciona y después cómo la literatura ha corregido sus limitaciones.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algoritmo PC lleva las iniciales de sus autores, Peter Spirtes y Clark Glymour, y es de 1991. Es el método fundacional de esta familia.</a:t>
            </a:r>
          </a:p>
          <a:p/>
          <a:p>
            <a:r>
              <a:t>Funciona en dos fases. En la primera, la búsqueda del esqueleto, decide qué variables están conectadas, sin importar la dirección. En la segunda, la orientación, decide hacia dónde apuntan las flechas.</a:t>
            </a:r>
          </a:p>
          <a:p/>
          <a:p>
            <a:r>
              <a:t>La idea clave que lo hace eficiente frente a su predecesor, el algoritmo SGS, es que no prueba la independencia condicionando en todos los subconjuntos posibles de variables, sino solo en los vecinos actuales de cada variable en un grafo que se va podando. Si el grafo real es poco denso, esto reduce el coste de exponencial a polinómico.</a:t>
            </a:r>
          </a:p>
          <a:p/>
          <a:p>
            <a:r>
              <a:t>El resultado final no es un único DAG, sino un CPDAG, que explicaremos en dos diapositivas.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Veamos la fase 1 con un ejemplo de cuatro variables. El grafo verdadero, que no conocemos, es A y B causan C, y C causa D.</a:t>
            </a:r>
          </a:p>
          <a:p/>
          <a:p>
            <a:r>
              <a:t>Paso 1: empezamos suponiendo que todo está conectado con todo.</a:t>
            </a:r>
          </a:p>
          <a:p/>
          <a:p>
            <a:r>
              <a:t>Paso 2, orden cero: probamos independencias sin condicionar en nada. A y B son independientes, así que eliminamos la arista A–B y guardamos su conjunto separador, que es el vacío.</a:t>
            </a:r>
          </a:p>
          <a:p/>
          <a:p>
            <a:r>
              <a:t>Paso 3, orden uno: probamos condicionando en un vecino. A es independiente de D si conozco C, igual que B. Eliminamos esas dos aristas y guardamos que el separador fue C.</a:t>
            </a:r>
          </a:p>
          <a:p/>
          <a:p>
            <a:r>
              <a:t>Seguiríamos con conjuntos de tamaño dos, tres, etcétera, hasta que ninguna variable tenga suficientes vecinos. Lo importante: guardamos qué conjunto separó cada par, porque la fase 2 lo usa.</a:t>
            </a:r>
          </a:p>
          <a:p/>
          <a:p>
            <a:r>
              <a:t>Las líneas rojas discontinuas son las aristas eliminadas en cada paso.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esqueleto ya tenemos A–C, B–C y C–D. Ahora orientamos.</a:t>
            </a:r>
          </a:p>
          <a:p/>
          <a:p>
            <a:r>
              <a:t>Regla 1, los colisores: buscamos tríos X–Z–Y donde X e Y no están conectados. Aquí A–C–B. Miramos el conjunto que separó A y B: era el vacío, y C no está en él. Eso solo es compatible con un colisor, así que orientamos A → C ← B. Intuición: si C fuera intermediario o causa común, habríamos necesitado C para separar A y B.</a:t>
            </a:r>
          </a:p>
          <a:p/>
          <a:p>
            <a:r>
              <a:t>Regla 2, propagación, con las reglas de Meek: no podemos crear ciclos ni colisores nuevos. A apunta a C, y A y D no están conectados; si D apuntara a C crearíamos un colisor nuevo que los datos no muestran. Por tanto, C → D.</a:t>
            </a:r>
          </a:p>
          <a:p/>
          <a:p>
            <a:r>
              <a:t>El resultado se llama CPDAG. A veces no se pueden orientar todas las aristas: por ejemplo, una cadena X → Y → Z y la cadena al revés implican exactamente las mismas independencias, así que con datos observacionales no se pueden distinguir y esas aristas quedan sin dirección. El CPDAG representa a toda la familia de grafos equivalentes.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el giro de la presentación. Si tuviéramos un oráculo, es decir, una prueba de independencia que nunca se equivoca, el PC está demostrado que es correcto y completo.</a:t>
            </a:r>
          </a:p>
          <a:p/>
          <a:p>
            <a:r>
              <a:t>Pero con datos reales cada decisión es una prueba estadística que puede fallar. Y como el algoritmo es secuencial, un error al principio cambia los vecinos y por tanto las pruebas que se hacen después: el error se propaga.</a:t>
            </a:r>
          </a:p>
          <a:p/>
          <a:p>
            <a:r>
              <a:t>De ahí salen cinco limitaciones que organizan el resto de esta sección: uno, ¿funciona con muchas variables y pocos datos? Dos, el resultado depende del orden en que aparecen las variables. Tres, las pruebas con muchas variables condicionantes pierden fiabilidad. Cuatro, el coste computacional. Y cinco, supuestos rígidos: datos independientes, fidelidad y que no haya variables ocultas.</a:t>
            </a:r>
          </a:p>
          <a:p/>
          <a:p>
            <a:r>
              <a:t>Para cada una veremos quién la abordó y cómo.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Primera limitación: en genética, por ejemplo, tenemos miles de genes y quizá cientos de muestras. ¿Sirve el PC ahí?</a:t>
            </a:r>
          </a:p>
          <a:p/>
          <a:p>
            <a:r>
              <a:t>Kalisch y Bühlmann, en 2007, demostraron que sí, bajo condiciones: datos gaussianos, un grafo poco denso, es decir, cada variable con pocos vecinos, y un nivel de significación que se reduce a medida que crece la muestra. Con eso el PC recupera el grafo correcto aunque el número de variables crezca como una potencia del tamaño muestral. En simulaciones además encontraba menos aristas falsas que métodos de puntuación con BIC.</a:t>
            </a:r>
          </a:p>
          <a:p/>
          <a:p>
            <a:r>
              <a:t>Pero hay letra pequeña: la demostración exige 'fidelidad fuerte', es decir, que las dependencias reales no sean demasiado débiles. Uhler y colegas, en 2013, mostraron que esta condición falla con frecuencia: a diferencia de la fidelidad normal, las distribuciones que la incumplen no son casos raros, y pueden ser una fracción sorprendentemente grande. Eso explica por qué el PC es frágil con muestras finitas aunque la teoría asintótica funcione.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Segunda limitación, y quizá la más sorprendente: en el PC original, si cambias el orden de las columnas de tu tabla de datos, puedes obtener un grafo distinto.</a:t>
            </a:r>
          </a:p>
          <a:p/>
          <a:p>
            <a:r>
              <a:t>¿Por qué? Porque cuando el PC elimina una arista, actualiza los vecinos inmediatamente. Las pruebas que vienen después, en el mismo nivel, usan esos vecinos ya modificados. Así, si una eliminación errónea ocurre antes o después, cambia qué pruebas se hacen.</a:t>
            </a:r>
          </a:p>
          <a:p/>
          <a:p>
            <a:r>
              <a:t>Colombo y Maathuis, en 2014, propusieron PC-stable: al empezar cada nivel se 'congela' la lista de vecinos de cada variable y todas las pruebas del nivel usan esa lista. Así el esqueleto ya no depende del orden. Para las flechas, combinaron esto con el PC conservador de Ramsey y colegas, de 2006, que solo orienta un colisor si todos los conjuntos separadores están de acuerdo y, si no, lo marca como ambiguo.</a:t>
            </a:r>
          </a:p>
          <a:p/>
          <a:p>
            <a:r>
              <a:t>El precio: PC-stable hace más pruebas, porque no aprovecha las eliminaciones del nivel. Eso nos lleva a la limitación cuatro, el coste.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Tercera limitación. Cuando condicionamos en muchas variables, cada prueba se vuelve poco fiable. El gráfico lo explica: con 1000 observaciones y variables binarias, una prueba de X e Y dado un conjunto S reparte los datos en todas las combinaciones de valores. Con S vacío hay 4 celdas y 250 datos por celda. Con S de tamaño 6, hay 256 celdas y menos de 4 datos por celda: la prueba ya no tiene potencia, y sus errores se propagan a la orientación.</a:t>
            </a:r>
          </a:p>
          <a:p/>
          <a:p>
            <a:r>
              <a:t>Dos respuestas. Abellán, Gómez-Olmedo y Moral, en 2006, para datos discretos, reducen el tamaño de los conjuntos usando cortes mínimos en el grafo, y sustituyen la prueba chi-cuadrado por una puntuación bayesiana que equilibra mejor los errores.</a:t>
            </a:r>
          </a:p>
          <a:p/>
          <a:p>
            <a:r>
              <a:t>Kocaoglu, en 2023, va más allá: renuncia directamente a las pruebas grandes y solo usa conjuntos de tamaño como máximo k. A cambio aprende una clase de grafos algo menos precisa, pero comete menos errores con muestras pequeñas. La idea es aprender menos, pero aprenderlo bien.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Cuarta limitación: el coste. Con miles de variables el PC hace millones de pruebas. La buena noticia es que PC-stable, al congelar los vecinos en cada nivel, hace que todas las pruebas de un nivel sean independientes entre sí. Eso significa que se pueden repartir entre varios núcleos del procesador.</a:t>
            </a:r>
          </a:p>
          <a:p/>
          <a:p>
            <a:r>
              <a:t>Tres trabajos lo explotan. Madsen y colegas, en 2017, paralelizan con hilos agrupando las variables en bloques para reutilizar cálculos, y también con varios procesos que se reparten los datos. Scutari, en 2017, dentro del paquete bnlearn de R, mostró que una optimización clásica llamada backtracking empeoraba la estabilidad casi sin ganar velocidad, y que paralelizar es mejor en los ordenadores actuales.</a:t>
            </a:r>
          </a:p>
          <a:p/>
          <a:p>
            <a:r>
              <a:t>Y el dato más llamativo: Parallel-PC, de Le y colegas. En el conjunto de datos DREAM5, con más de 1600 variables, el PC original no terminó en 24 horas; Parallel-PC terminó en menos de 6 horas con 8 núcleos, sin perder la independencia del orden.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Quinta limitación: los supuestos. El PC supone datos independientes entre sí, fidelidad a la d-separación y que no haya variables ocultas. Veamos tres extensiones recientes.</a:t>
            </a:r>
          </a:p>
          <a:p/>
          <a:p>
            <a:r>
              <a:t>Series temporales: en datos que evolucionan en el tiempo, las observaciones no son independientes. Biswas y Mukherjee, en 2024, demostraron que el PC sigue funcionando en series estacionarias y propusieron Time-Aware PC, que aprende relaciones con retardo, por ejemplo 'la lluvia de ayer afecta al caudal de hoy'. PCMCI, de Runge y colegas en 2019, es otra variante muy usada en clima.</a:t>
            </a:r>
          </a:p>
          <a:p/>
          <a:p>
            <a:r>
              <a:t>Eventos extremos: Améndola y colegas, en 2026, estudian modelos para colas pesadas, como riesgo financiero, donde la fidelidad a la d-separación falla. Su algoritmo PCstar usa otro criterio de separación y logra orientar más aristas.</a:t>
            </a:r>
          </a:p>
          <a:p/>
          <a:p>
            <a:r>
              <a:t>Decisiones suaves: todas las variantes toman decisiones de sí o no en cada prueba. DAGPA, de Zhou y colegas en 2025, convierte la d-separación en una función continua y optimiza el grafo con gradientes, usando los p-valores directamente. Funciona bien con pocas muestras y es un puente hacia los métodos híbridos.</a:t>
            </a:r>
          </a:p>
          <a:p/>
          <a:p>
            <a:r>
              <a:t>Las variables ocultas se tratan con FCI, que vemos en la sección de pruebas de independencia.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¿Preguntas?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ideas para cerrar esta parte.</a:t>
            </a:r>
          </a:p>
          <a:p/>
          <a:p>
            <a:r>
              <a:t>Primera: el PC aprende la estructura haciendo pruebas de independencia condicional; es interpretable porque cada arista eliminada se explica por una prueba concreta. Y lo que devuelve es un CPDAG, una familia de grafos equivalentes, no un único grafo.</a:t>
            </a:r>
          </a:p>
          <a:p/>
          <a:p>
            <a:r>
              <a:t>Segunda: su punto débil es que los errores estadísticos se propagan. Cada variante ataca una cara de ese problema: el orden, los conjuntos grandes, la escala o los supuestos. Y a menudo resolver uno genera otro, como PC-stable, que hace más pruebas.</a:t>
            </a:r>
          </a:p>
          <a:p/>
          <a:p>
            <a:r>
              <a:t>Tercera: el PC es tan bueno como sus pruebas de independencia. Cada decisión del algoritmo es una prueba estadística, y elegir bien la prueba según el tipo de datos es clave. Ese es justo el tema de la siguiente sección. Y la fragilidad que acabamos de ver es también lo que motiva los métodos híbridos, que veremos al final.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 la sección 03. Las diapositivas de esta sección se añadirán a continuación.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 la sección 04. Las diapositivas de esta sección se añadirán a continuación.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principales de la sección del algoritmo PC; la bibliografía completa está en el informe.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ORTADA">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9715A46B-FCB9-F845-87D7-935DCF3427D5}"/>
              </a:ext>
            </a:extLst>
          </p:cNvPr>
          <p:cNvPicPr>
            <a:picLocks noChangeAspect="1"/>
          </p:cNvPicPr>
          <p:nvPr/>
        </p:nvPicPr>
        <p:blipFill>
          <a:blip r:embed="rId2">
            <a:alphaModFix amt="26000"/>
          </a:blip>
          <a:stretch>
            <a:fillRect/>
          </a:stretch>
        </p:blipFill>
        <p:spPr>
          <a:xfrm>
            <a:off x="4423977" y="2137977"/>
            <a:ext cx="4720023" cy="4720023"/>
          </a:xfrm>
          <a:prstGeom prst="rect">
            <a:avLst/>
          </a:prstGeom>
        </p:spPr>
      </p:pic>
      <p:sp>
        <p:nvSpPr>
          <p:cNvPr id="3" name="Subtitle 2"/>
          <p:cNvSpPr>
            <a:spLocks noGrp="1"/>
          </p:cNvSpPr>
          <p:nvPr>
            <p:ph type="subTitle" idx="1" hasCustomPrompt="1"/>
          </p:nvPr>
        </p:nvSpPr>
        <p:spPr>
          <a:xfrm>
            <a:off x="2178205" y="3421402"/>
            <a:ext cx="4876800" cy="554326"/>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z="2400" b="1" kern="4000" spc="100" dirty="0">
                <a:solidFill>
                  <a:schemeClr val="bg1"/>
                </a:solidFill>
                <a:latin typeface="Montserrat" pitchFamily="2" charset="77"/>
                <a:cs typeface="Helvetica"/>
              </a:rPr>
              <a:t>SUBTÍTULO LOREM IPSUM</a:t>
            </a:r>
            <a:endParaRPr lang="en-US" dirty="0"/>
          </a:p>
        </p:txBody>
      </p:sp>
      <p:grpSp>
        <p:nvGrpSpPr>
          <p:cNvPr id="28" name="Grupo 27">
            <a:extLst>
              <a:ext uri="{FF2B5EF4-FFF2-40B4-BE49-F238E27FC236}">
                <a16:creationId xmlns:a16="http://schemas.microsoft.com/office/drawing/2014/main" id="{EFFB474E-9055-A44F-9358-347FE1D97FE6}"/>
              </a:ext>
            </a:extLst>
          </p:cNvPr>
          <p:cNvGrpSpPr/>
          <p:nvPr/>
        </p:nvGrpSpPr>
        <p:grpSpPr>
          <a:xfrm>
            <a:off x="1087853" y="1437373"/>
            <a:ext cx="1150485" cy="1150485"/>
            <a:chOff x="1518320" y="1889956"/>
            <a:chExt cx="1150485" cy="1150485"/>
          </a:xfrm>
        </p:grpSpPr>
        <p:sp>
          <p:nvSpPr>
            <p:cNvPr id="26" name="Rectángulo 25">
              <a:extLst>
                <a:ext uri="{FF2B5EF4-FFF2-40B4-BE49-F238E27FC236}">
                  <a16:creationId xmlns:a16="http://schemas.microsoft.com/office/drawing/2014/main" id="{6405E62A-9BE3-B644-BC60-8DF186BB71CD}"/>
                </a:ext>
              </a:extLst>
            </p:cNvPr>
            <p:cNvSpPr/>
            <p:nvPr userDrawn="1"/>
          </p:nvSpPr>
          <p:spPr>
            <a:xfrm>
              <a:off x="1518321" y="1889956"/>
              <a:ext cx="1150484" cy="19297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6D28F245-1D7E-D84E-BFA9-B7DEB1A133FC}"/>
                </a:ext>
              </a:extLst>
            </p:cNvPr>
            <p:cNvSpPr/>
            <p:nvPr userDrawn="1"/>
          </p:nvSpPr>
          <p:spPr>
            <a:xfrm rot="5400000">
              <a:off x="1039567" y="2368710"/>
              <a:ext cx="1150484" cy="19297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grpSp>
        <p:nvGrpSpPr>
          <p:cNvPr id="31" name="Grupo 30">
            <a:extLst>
              <a:ext uri="{FF2B5EF4-FFF2-40B4-BE49-F238E27FC236}">
                <a16:creationId xmlns:a16="http://schemas.microsoft.com/office/drawing/2014/main" id="{5DD7A2F2-32D3-5342-9ADF-9A4A3C36A05A}"/>
              </a:ext>
            </a:extLst>
          </p:cNvPr>
          <p:cNvGrpSpPr/>
          <p:nvPr/>
        </p:nvGrpSpPr>
        <p:grpSpPr>
          <a:xfrm>
            <a:off x="6475193" y="4386249"/>
            <a:ext cx="1150485" cy="1150485"/>
            <a:chOff x="6475193" y="4386249"/>
            <a:chExt cx="1150485" cy="1150485"/>
          </a:xfrm>
        </p:grpSpPr>
        <p:sp>
          <p:nvSpPr>
            <p:cNvPr id="29" name="Rectángulo 28">
              <a:extLst>
                <a:ext uri="{FF2B5EF4-FFF2-40B4-BE49-F238E27FC236}">
                  <a16:creationId xmlns:a16="http://schemas.microsoft.com/office/drawing/2014/main" id="{1E3A4683-2E19-0343-AA45-8F7F60CBC979}"/>
                </a:ext>
              </a:extLst>
            </p:cNvPr>
            <p:cNvSpPr/>
            <p:nvPr userDrawn="1"/>
          </p:nvSpPr>
          <p:spPr>
            <a:xfrm rot="10800000">
              <a:off x="6475193" y="5343756"/>
              <a:ext cx="1150484" cy="19297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30" name="Rectángulo 29">
              <a:extLst>
                <a:ext uri="{FF2B5EF4-FFF2-40B4-BE49-F238E27FC236}">
                  <a16:creationId xmlns:a16="http://schemas.microsoft.com/office/drawing/2014/main" id="{4ABB98A1-184D-1A45-8DEE-A395F808C111}"/>
                </a:ext>
              </a:extLst>
            </p:cNvPr>
            <p:cNvSpPr/>
            <p:nvPr userDrawn="1"/>
          </p:nvSpPr>
          <p:spPr>
            <a:xfrm rot="16200000">
              <a:off x="6953947" y="4865002"/>
              <a:ext cx="1150484" cy="19297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sp>
        <p:nvSpPr>
          <p:cNvPr id="39" name="Título 38">
            <a:extLst>
              <a:ext uri="{FF2B5EF4-FFF2-40B4-BE49-F238E27FC236}">
                <a16:creationId xmlns:a16="http://schemas.microsoft.com/office/drawing/2014/main" id="{866C5137-D460-E446-9FCB-CA976EA0A768}"/>
              </a:ext>
            </a:extLst>
          </p:cNvPr>
          <p:cNvSpPr>
            <a:spLocks noGrp="1"/>
          </p:cNvSpPr>
          <p:nvPr>
            <p:ph type="title" hasCustomPrompt="1"/>
          </p:nvPr>
        </p:nvSpPr>
        <p:spPr>
          <a:xfrm>
            <a:off x="1565353" y="1808970"/>
            <a:ext cx="5727545" cy="1491791"/>
          </a:xfrm>
        </p:spPr>
        <p:txBody>
          <a:bodyPr/>
          <a:lstStyle>
            <a:lvl1pPr algn="ctr">
              <a:defRPr cap="all">
                <a:solidFill>
                  <a:schemeClr val="bg1"/>
                </a:solidFill>
                <a:latin typeface="Montserrat" pitchFamily="2" charset="77"/>
              </a:defRPr>
            </a:lvl1pPr>
          </a:lstStyle>
          <a:p>
            <a:r>
              <a:rPr lang="es-ES_tradnl" dirty="0"/>
              <a:t>Clic para editar titulo </a:t>
            </a:r>
            <a:endParaRPr lang="es-ES" dirty="0"/>
          </a:p>
        </p:txBody>
      </p:sp>
      <p:pic>
        <p:nvPicPr>
          <p:cNvPr id="14" name="Imagen 13">
            <a:extLst>
              <a:ext uri="{FF2B5EF4-FFF2-40B4-BE49-F238E27FC236}">
                <a16:creationId xmlns:a16="http://schemas.microsoft.com/office/drawing/2014/main" id="{101D5BC6-AEC1-464E-B7E1-2D45FC8DAF4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75"/>
          <a:stretch/>
        </p:blipFill>
        <p:spPr>
          <a:xfrm>
            <a:off x="1" y="799048"/>
            <a:ext cx="9144000" cy="6095388"/>
          </a:xfrm>
          <a:prstGeom prst="rect">
            <a:avLst/>
          </a:prstGeom>
        </p:spPr>
      </p:pic>
      <p:sp>
        <p:nvSpPr>
          <p:cNvPr id="15" name="Google Shape;25;p5">
            <a:extLst>
              <a:ext uri="{FF2B5EF4-FFF2-40B4-BE49-F238E27FC236}">
                <a16:creationId xmlns:a16="http://schemas.microsoft.com/office/drawing/2014/main" id="{CCCED744-D8E7-A04D-845A-7418FE0D334C}"/>
              </a:ext>
            </a:extLst>
          </p:cNvPr>
          <p:cNvSpPr/>
          <p:nvPr userDrawn="1"/>
        </p:nvSpPr>
        <p:spPr>
          <a:xfrm>
            <a:off x="-1" y="799048"/>
            <a:ext cx="9144000" cy="6095389"/>
          </a:xfrm>
          <a:prstGeom prst="rect">
            <a:avLst/>
          </a:prstGeom>
          <a:solidFill>
            <a:srgbClr val="000090">
              <a:alpha val="7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8459A"/>
              </a:solidFill>
            </a:endParaRPr>
          </a:p>
        </p:txBody>
      </p:sp>
      <p:pic>
        <p:nvPicPr>
          <p:cNvPr id="16" name="Imagen 15">
            <a:extLst>
              <a:ext uri="{FF2B5EF4-FFF2-40B4-BE49-F238E27FC236}">
                <a16:creationId xmlns:a16="http://schemas.microsoft.com/office/drawing/2014/main" id="{9715A46B-FCB9-F845-87D7-935DCF3427D5}"/>
              </a:ext>
            </a:extLst>
          </p:cNvPr>
          <p:cNvPicPr>
            <a:picLocks noChangeAspect="1"/>
          </p:cNvPicPr>
          <p:nvPr userDrawn="1"/>
        </p:nvPicPr>
        <p:blipFill>
          <a:blip r:embed="rId2">
            <a:alphaModFix amt="13000"/>
          </a:blip>
          <a:stretch>
            <a:fillRect/>
          </a:stretch>
        </p:blipFill>
        <p:spPr>
          <a:xfrm>
            <a:off x="4423977" y="2137977"/>
            <a:ext cx="4720023" cy="4720023"/>
          </a:xfrm>
          <a:prstGeom prst="rect">
            <a:avLst/>
          </a:prstGeom>
        </p:spPr>
      </p:pic>
      <p:grpSp>
        <p:nvGrpSpPr>
          <p:cNvPr id="17" name="Grupo 27">
            <a:extLst>
              <a:ext uri="{FF2B5EF4-FFF2-40B4-BE49-F238E27FC236}">
                <a16:creationId xmlns:a16="http://schemas.microsoft.com/office/drawing/2014/main" id="{EFFB474E-9055-A44F-9358-347FE1D97FE6}"/>
              </a:ext>
            </a:extLst>
          </p:cNvPr>
          <p:cNvGrpSpPr/>
          <p:nvPr userDrawn="1"/>
        </p:nvGrpSpPr>
        <p:grpSpPr>
          <a:xfrm>
            <a:off x="1087853" y="1437373"/>
            <a:ext cx="1150485" cy="1150485"/>
            <a:chOff x="1518320" y="1889956"/>
            <a:chExt cx="1150485" cy="1150485"/>
          </a:xfrm>
        </p:grpSpPr>
        <p:sp>
          <p:nvSpPr>
            <p:cNvPr id="18" name="Rectángulo 17">
              <a:extLst>
                <a:ext uri="{FF2B5EF4-FFF2-40B4-BE49-F238E27FC236}">
                  <a16:creationId xmlns:a16="http://schemas.microsoft.com/office/drawing/2014/main" id="{6405E62A-9BE3-B644-BC60-8DF186BB71CD}"/>
                </a:ext>
              </a:extLst>
            </p:cNvPr>
            <p:cNvSpPr/>
            <p:nvPr userDrawn="1"/>
          </p:nvSpPr>
          <p:spPr>
            <a:xfrm>
              <a:off x="1518321" y="1889956"/>
              <a:ext cx="1150484" cy="19297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6D28F245-1D7E-D84E-BFA9-B7DEB1A133FC}"/>
                </a:ext>
              </a:extLst>
            </p:cNvPr>
            <p:cNvSpPr/>
            <p:nvPr userDrawn="1"/>
          </p:nvSpPr>
          <p:spPr>
            <a:xfrm rot="5400000">
              <a:off x="1039567" y="2368710"/>
              <a:ext cx="1150484" cy="19297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grpSp>
        <p:nvGrpSpPr>
          <p:cNvPr id="20" name="Grupo 30">
            <a:extLst>
              <a:ext uri="{FF2B5EF4-FFF2-40B4-BE49-F238E27FC236}">
                <a16:creationId xmlns:a16="http://schemas.microsoft.com/office/drawing/2014/main" id="{5DD7A2F2-32D3-5342-9ADF-9A4A3C36A05A}"/>
              </a:ext>
            </a:extLst>
          </p:cNvPr>
          <p:cNvGrpSpPr/>
          <p:nvPr userDrawn="1"/>
        </p:nvGrpSpPr>
        <p:grpSpPr>
          <a:xfrm>
            <a:off x="6475193" y="4386249"/>
            <a:ext cx="1150485" cy="1150485"/>
            <a:chOff x="6475193" y="4386249"/>
            <a:chExt cx="1150485" cy="1150485"/>
          </a:xfrm>
        </p:grpSpPr>
        <p:sp>
          <p:nvSpPr>
            <p:cNvPr id="21" name="Rectángulo 20">
              <a:extLst>
                <a:ext uri="{FF2B5EF4-FFF2-40B4-BE49-F238E27FC236}">
                  <a16:creationId xmlns:a16="http://schemas.microsoft.com/office/drawing/2014/main" id="{1E3A4683-2E19-0343-AA45-8F7F60CBC979}"/>
                </a:ext>
              </a:extLst>
            </p:cNvPr>
            <p:cNvSpPr/>
            <p:nvPr userDrawn="1"/>
          </p:nvSpPr>
          <p:spPr>
            <a:xfrm rot="10800000">
              <a:off x="6475193" y="5343756"/>
              <a:ext cx="1150484" cy="192978"/>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4ABB98A1-184D-1A45-8DEE-A395F808C111}"/>
                </a:ext>
              </a:extLst>
            </p:cNvPr>
            <p:cNvSpPr/>
            <p:nvPr userDrawn="1"/>
          </p:nvSpPr>
          <p:spPr>
            <a:xfrm rot="16200000">
              <a:off x="6953947" y="4865002"/>
              <a:ext cx="1150484" cy="19297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spTree>
    <p:extLst>
      <p:ext uri="{BB962C8B-B14F-4D97-AF65-F5344CB8AC3E}">
        <p14:creationId xmlns:p14="http://schemas.microsoft.com/office/powerpoint/2010/main" val="1214725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illa">
    <p:spTree>
      <p:nvGrpSpPr>
        <p:cNvPr id="1" name=""/>
        <p:cNvGrpSpPr/>
        <p:nvPr/>
      </p:nvGrpSpPr>
      <p:grpSpPr>
        <a:xfrm>
          <a:off x="0" y="0"/>
          <a:ext cx="0" cy="0"/>
          <a:chOff x="0" y="0"/>
          <a:chExt cx="0" cy="0"/>
        </a:xfrm>
      </p:grpSpPr>
      <p:pic>
        <p:nvPicPr>
          <p:cNvPr id="2" name="Imagen 1" descr="AdobeStock_190532267.jpeg"/>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34537" y="1063083"/>
            <a:ext cx="8482362" cy="5560742"/>
          </a:xfrm>
          <a:prstGeom prst="rect">
            <a:avLst/>
          </a:prstGeom>
        </p:spPr>
      </p:pic>
      <p:sp>
        <p:nvSpPr>
          <p:cNvPr id="7" name="Rectángulo 6">
            <a:extLst>
              <a:ext uri="{FF2B5EF4-FFF2-40B4-BE49-F238E27FC236}">
                <a16:creationId xmlns:a16="http://schemas.microsoft.com/office/drawing/2014/main" id="{F6F860D7-16E8-814F-B9D1-88FE86B7E0AD}"/>
              </a:ext>
            </a:extLst>
          </p:cNvPr>
          <p:cNvSpPr/>
          <p:nvPr/>
        </p:nvSpPr>
        <p:spPr>
          <a:xfrm>
            <a:off x="1876487" y="1849343"/>
            <a:ext cx="5519651" cy="379394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sp>
        <p:nvSpPr>
          <p:cNvPr id="8" name="Google Shape;25;p5">
            <a:extLst>
              <a:ext uri="{FF2B5EF4-FFF2-40B4-BE49-F238E27FC236}">
                <a16:creationId xmlns:a16="http://schemas.microsoft.com/office/drawing/2014/main" id="{8FFAC7DF-6F96-C548-A217-31DE980C8052}"/>
              </a:ext>
            </a:extLst>
          </p:cNvPr>
          <p:cNvSpPr/>
          <p:nvPr/>
        </p:nvSpPr>
        <p:spPr>
          <a:xfrm>
            <a:off x="2086186" y="2062490"/>
            <a:ext cx="5100249" cy="2618207"/>
          </a:xfrm>
          <a:prstGeom prst="rect">
            <a:avLst/>
          </a:prstGeom>
          <a:solidFill>
            <a:srgbClr val="0003CA">
              <a:alpha val="7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8459A"/>
              </a:solidFill>
            </a:endParaRPr>
          </a:p>
        </p:txBody>
      </p:sp>
      <p:sp>
        <p:nvSpPr>
          <p:cNvPr id="14" name="Date Placeholder 3">
            <a:extLst>
              <a:ext uri="{FF2B5EF4-FFF2-40B4-BE49-F238E27FC236}">
                <a16:creationId xmlns:a16="http://schemas.microsoft.com/office/drawing/2014/main" id="{B23C7D76-A73D-7941-BB09-F262CE563941}"/>
              </a:ext>
            </a:extLst>
          </p:cNvPr>
          <p:cNvSpPr>
            <a:spLocks noGrp="1"/>
          </p:cNvSpPr>
          <p:nvPr>
            <p:ph type="dt" sz="half" idx="10"/>
          </p:nvPr>
        </p:nvSpPr>
        <p:spPr>
          <a:xfrm>
            <a:off x="3699853" y="4132257"/>
            <a:ext cx="2057400" cy="365125"/>
          </a:xfrm>
        </p:spPr>
        <p:txBody>
          <a:bodyPr/>
          <a:lstStyle>
            <a:lvl1pPr algn="ctr">
              <a:defRPr sz="1600" b="1" i="0" spc="300">
                <a:solidFill>
                  <a:srgbClr val="F7F7F7"/>
                </a:solidFill>
                <a:latin typeface="Montserrat SemiBold" pitchFamily="2" charset="77"/>
              </a:defRPr>
            </a:lvl1pPr>
          </a:lstStyle>
          <a:p>
            <a:fld id="{C3E68EE0-02D4-7242-8DF0-77B97581CDC5}" type="datetime1">
              <a:rPr lang="es-ES" smtClean="0"/>
              <a:t>12/10/2026</a:t>
            </a:fld>
            <a:endParaRPr lang="es-ES" dirty="0"/>
          </a:p>
        </p:txBody>
      </p:sp>
      <p:sp>
        <p:nvSpPr>
          <p:cNvPr id="15" name="Subtitle 2">
            <a:extLst>
              <a:ext uri="{FF2B5EF4-FFF2-40B4-BE49-F238E27FC236}">
                <a16:creationId xmlns:a16="http://schemas.microsoft.com/office/drawing/2014/main" id="{9052A67B-78C8-5140-A51B-E731F673D14D}"/>
              </a:ext>
            </a:extLst>
          </p:cNvPr>
          <p:cNvSpPr>
            <a:spLocks noGrp="1"/>
          </p:cNvSpPr>
          <p:nvPr>
            <p:ph type="subTitle" idx="11" hasCustomPrompt="1"/>
          </p:nvPr>
        </p:nvSpPr>
        <p:spPr>
          <a:xfrm>
            <a:off x="2178205" y="3556903"/>
            <a:ext cx="4876800" cy="554326"/>
          </a:xfrm>
        </p:spPr>
        <p:txBody>
          <a:bodyPr/>
          <a:lstStyle>
            <a:lvl1pPr marL="0" indent="0" algn="ctr">
              <a:buNone/>
              <a:defRPr sz="2400">
                <a:solidFill>
                  <a:srgbClr val="F7F7F7"/>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z="2400" b="1" kern="4000" spc="100" dirty="0">
                <a:solidFill>
                  <a:schemeClr val="bg1"/>
                </a:solidFill>
                <a:latin typeface="Montserrat" pitchFamily="2" charset="77"/>
                <a:cs typeface="Helvetica"/>
              </a:rPr>
              <a:t>SUBTÍTULO LOREM IPSUM</a:t>
            </a:r>
            <a:endParaRPr lang="en-US" dirty="0"/>
          </a:p>
        </p:txBody>
      </p:sp>
      <p:sp>
        <p:nvSpPr>
          <p:cNvPr id="11" name="Título 38">
            <a:extLst>
              <a:ext uri="{FF2B5EF4-FFF2-40B4-BE49-F238E27FC236}">
                <a16:creationId xmlns:a16="http://schemas.microsoft.com/office/drawing/2014/main" id="{866C5137-D460-E446-9FCB-CA976EA0A768}"/>
              </a:ext>
            </a:extLst>
          </p:cNvPr>
          <p:cNvSpPr txBox="1">
            <a:spLocks/>
          </p:cNvSpPr>
          <p:nvPr/>
        </p:nvSpPr>
        <p:spPr>
          <a:xfrm>
            <a:off x="2086185" y="2062490"/>
            <a:ext cx="5100250" cy="149179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cap="all" baseline="0">
                <a:solidFill>
                  <a:schemeClr val="bg1"/>
                </a:solidFill>
                <a:latin typeface="Montserrat" pitchFamily="2" charset="77"/>
                <a:ea typeface="+mj-ea"/>
                <a:cs typeface="+mj-cs"/>
              </a:defRPr>
            </a:lvl1pPr>
          </a:lstStyle>
          <a:p>
            <a:pPr algn="ctr"/>
            <a:r>
              <a:rPr lang="es-ES_tradnl" dirty="0"/>
              <a:t>portadilla</a:t>
            </a:r>
            <a:endParaRPr lang="es-ES" dirty="0"/>
          </a:p>
        </p:txBody>
      </p:sp>
      <p:pic>
        <p:nvPicPr>
          <p:cNvPr id="9" name="Imagen 8"/>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34537" y="1063083"/>
            <a:ext cx="8482362" cy="5560742"/>
          </a:xfrm>
          <a:prstGeom prst="rect">
            <a:avLst/>
          </a:prstGeom>
        </p:spPr>
      </p:pic>
      <p:sp>
        <p:nvSpPr>
          <p:cNvPr id="10" name="Rectángulo 9">
            <a:extLst>
              <a:ext uri="{FF2B5EF4-FFF2-40B4-BE49-F238E27FC236}">
                <a16:creationId xmlns:a16="http://schemas.microsoft.com/office/drawing/2014/main" id="{F6F860D7-16E8-814F-B9D1-88FE86B7E0AD}"/>
              </a:ext>
            </a:extLst>
          </p:cNvPr>
          <p:cNvSpPr/>
          <p:nvPr userDrawn="1"/>
        </p:nvSpPr>
        <p:spPr>
          <a:xfrm>
            <a:off x="1876487" y="1849343"/>
            <a:ext cx="5519651" cy="3793945"/>
          </a:xfrm>
          <a:prstGeom prst="rect">
            <a:avLst/>
          </a:prstGeom>
          <a:no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sp>
        <p:nvSpPr>
          <p:cNvPr id="12" name="Google Shape;25;p5">
            <a:extLst>
              <a:ext uri="{FF2B5EF4-FFF2-40B4-BE49-F238E27FC236}">
                <a16:creationId xmlns:a16="http://schemas.microsoft.com/office/drawing/2014/main" id="{8FFAC7DF-6F96-C548-A217-31DE980C8052}"/>
              </a:ext>
            </a:extLst>
          </p:cNvPr>
          <p:cNvSpPr/>
          <p:nvPr userDrawn="1"/>
        </p:nvSpPr>
        <p:spPr>
          <a:xfrm>
            <a:off x="2086186" y="2062490"/>
            <a:ext cx="5100249" cy="3347904"/>
          </a:xfrm>
          <a:prstGeom prst="rect">
            <a:avLst/>
          </a:prstGeom>
          <a:solidFill>
            <a:srgbClr val="0003CA">
              <a:alpha val="7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08459A"/>
              </a:solidFill>
            </a:endParaRPr>
          </a:p>
        </p:txBody>
      </p:sp>
      <p:sp>
        <p:nvSpPr>
          <p:cNvPr id="4" name="Marcador de texto 3"/>
          <p:cNvSpPr>
            <a:spLocks noGrp="1"/>
          </p:cNvSpPr>
          <p:nvPr>
            <p:ph type="body" sz="quarter" idx="12" hasCustomPrompt="1"/>
          </p:nvPr>
        </p:nvSpPr>
        <p:spPr>
          <a:xfrm>
            <a:off x="2086186" y="2263988"/>
            <a:ext cx="5100250" cy="713016"/>
          </a:xfrm>
        </p:spPr>
        <p:txBody>
          <a:bodyPr anchor="ctr">
            <a:normAutofit/>
          </a:bodyPr>
          <a:lstStyle>
            <a:lvl1pPr marL="0" indent="0" algn="ctr">
              <a:buNone/>
              <a:defRPr sz="4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s-ES_tradnl" dirty="0"/>
              <a:t>PORTADILLA</a:t>
            </a:r>
            <a:endParaRPr lang="es-ES" dirty="0"/>
          </a:p>
        </p:txBody>
      </p:sp>
    </p:spTree>
    <p:extLst>
      <p:ext uri="{BB962C8B-B14F-4D97-AF65-F5344CB8AC3E}">
        <p14:creationId xmlns:p14="http://schemas.microsoft.com/office/powerpoint/2010/main" val="1685930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ISTA DE CONTENIDO 1">
    <p:spTree>
      <p:nvGrpSpPr>
        <p:cNvPr id="1" name=""/>
        <p:cNvGrpSpPr/>
        <p:nvPr/>
      </p:nvGrpSpPr>
      <p:grpSpPr>
        <a:xfrm>
          <a:off x="0" y="0"/>
          <a:ext cx="0" cy="0"/>
          <a:chOff x="0" y="0"/>
          <a:chExt cx="0" cy="0"/>
        </a:xfrm>
      </p:grpSpPr>
      <p:sp>
        <p:nvSpPr>
          <p:cNvPr id="39" name="The About…">
            <a:extLst>
              <a:ext uri="{FF2B5EF4-FFF2-40B4-BE49-F238E27FC236}">
                <a16:creationId xmlns:a16="http://schemas.microsoft.com/office/drawing/2014/main" id="{28F1CFED-82CC-114B-BA67-8DB7003DC820}"/>
              </a:ext>
            </a:extLst>
          </p:cNvPr>
          <p:cNvSpPr txBox="1"/>
          <p:nvPr/>
        </p:nvSpPr>
        <p:spPr>
          <a:xfrm>
            <a:off x="4406089" y="1266291"/>
            <a:ext cx="4332917" cy="73866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600"/>
              </a:spcAft>
              <a:defRPr sz="8000" b="0">
                <a:solidFill>
                  <a:srgbClr val="2C2E3C"/>
                </a:solidFill>
                <a:latin typeface="Roboto Black"/>
                <a:ea typeface="Roboto Black"/>
                <a:cs typeface="Roboto Black"/>
                <a:sym typeface="Roboto Black"/>
              </a:defRPr>
            </a:pPr>
            <a:r>
              <a:rPr lang="es-ES" sz="4800" b="1" kern="1000" spc="300" dirty="0">
                <a:solidFill>
                  <a:srgbClr val="E2E3E1"/>
                </a:solidFill>
                <a:latin typeface="Montserrat" pitchFamily="2" charset="77"/>
                <a:cs typeface="Helvetica"/>
              </a:rPr>
              <a:t>CONTENIDO</a:t>
            </a:r>
          </a:p>
        </p:txBody>
      </p:sp>
      <p:sp>
        <p:nvSpPr>
          <p:cNvPr id="4" name="Marcador de posición de imagen 2">
            <a:extLst>
              <a:ext uri="{FF2B5EF4-FFF2-40B4-BE49-F238E27FC236}">
                <a16:creationId xmlns:a16="http://schemas.microsoft.com/office/drawing/2014/main" id="{CA37364F-5CFA-FBDE-115D-327BBCD796D3}"/>
              </a:ext>
            </a:extLst>
          </p:cNvPr>
          <p:cNvSpPr>
            <a:spLocks noGrp="1"/>
          </p:cNvSpPr>
          <p:nvPr>
            <p:ph type="pic" sz="quarter" idx="14" hasCustomPrompt="1"/>
          </p:nvPr>
        </p:nvSpPr>
        <p:spPr>
          <a:xfrm>
            <a:off x="0" y="833480"/>
            <a:ext cx="3648728" cy="6024520"/>
          </a:xfrm>
          <a:prstGeom prst="rect">
            <a:avLst/>
          </a:prstGeom>
        </p:spPr>
        <p:txBody>
          <a:bodyPr lIns="720000" tIns="608400" rIns="720000" rtlCol="0" anchor="t">
            <a:normAutofit/>
          </a:bodyPr>
          <a:lstStyle>
            <a:lvl1pPr marL="0" indent="0" algn="ctr" rtl="0">
              <a:lnSpc>
                <a:spcPct val="90000"/>
              </a:lnSpc>
              <a:buNone/>
              <a:defRPr lang="es-ES" sz="1400" spc="40" baseline="0">
                <a:solidFill>
                  <a:schemeClr val="bg1">
                    <a:lumMod val="75000"/>
                  </a:schemeClr>
                </a:solidFill>
              </a:defRPr>
            </a:lvl1pPr>
          </a:lstStyle>
          <a:p>
            <a:pPr lvl="0" rtl="0"/>
            <a:r>
              <a:rPr lang="es-ES" dirty="0"/>
              <a:t>Haga clic para agregar una imagen</a:t>
            </a:r>
          </a:p>
        </p:txBody>
      </p:sp>
      <p:sp>
        <p:nvSpPr>
          <p:cNvPr id="6" name="Marcador de texto 11">
            <a:extLst>
              <a:ext uri="{FF2B5EF4-FFF2-40B4-BE49-F238E27FC236}">
                <a16:creationId xmlns:a16="http://schemas.microsoft.com/office/drawing/2014/main" id="{48B13D66-5DC5-255E-ABBD-81418BD7E6EA}"/>
              </a:ext>
            </a:extLst>
          </p:cNvPr>
          <p:cNvSpPr>
            <a:spLocks noGrp="1"/>
          </p:cNvSpPr>
          <p:nvPr>
            <p:ph type="body" sz="quarter" idx="16" hasCustomPrompt="1"/>
          </p:nvPr>
        </p:nvSpPr>
        <p:spPr>
          <a:xfrm>
            <a:off x="0" y="4817217"/>
            <a:ext cx="3648728" cy="2040784"/>
          </a:xfrm>
          <a:prstGeom prst="rect">
            <a:avLst/>
          </a:prstGeom>
          <a:gradFill flip="none" rotWithShape="1">
            <a:gsLst>
              <a:gs pos="0">
                <a:schemeClr val="accent1">
                  <a:lumMod val="89000"/>
                  <a:alpha val="88000"/>
                </a:schemeClr>
              </a:gs>
              <a:gs pos="23000">
                <a:schemeClr val="accent1">
                  <a:lumMod val="89000"/>
                  <a:alpha val="88000"/>
                </a:schemeClr>
              </a:gs>
              <a:gs pos="68000">
                <a:schemeClr val="accent1">
                  <a:lumMod val="75000"/>
                  <a:alpha val="87000"/>
                </a:schemeClr>
              </a:gs>
              <a:gs pos="97000">
                <a:schemeClr val="accent1">
                  <a:lumMod val="70000"/>
                  <a:alpha val="88000"/>
                </a:schemeClr>
              </a:gs>
            </a:gsLst>
            <a:path path="circle">
              <a:fillToRect l="50000" t="50000" r="50000" b="50000"/>
            </a:path>
            <a:tileRect/>
          </a:gradFill>
          <a:ln>
            <a:noFill/>
          </a:ln>
        </p:spPr>
        <p:txBody>
          <a:bodyPr lIns="432000" tIns="72000" rIns="432000" bIns="72000" rtlCol="0" anchor="ctr">
            <a:normAutofit/>
          </a:bodyPr>
          <a:lstStyle>
            <a:lvl1pPr marL="0" indent="0" algn="ctr">
              <a:buNone/>
              <a:defRPr lang="es-ES" sz="1400" i="0" cap="none" spc="200" baseline="0">
                <a:solidFill>
                  <a:schemeClr val="bg1"/>
                </a:solidFill>
                <a:latin typeface="Montserrat" pitchFamily="2" charset="77"/>
              </a:defRPr>
            </a:lvl1pPr>
          </a:lstStyle>
          <a:p>
            <a:pPr lvl="0" rtl="0"/>
            <a:r>
              <a:rPr lang="es-ES" dirty="0"/>
              <a:t>Haga clic para agregar un título</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4452351" y="2265844"/>
            <a:ext cx="802867"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01.</a:t>
            </a:r>
          </a:p>
        </p:txBody>
      </p:sp>
      <p:sp>
        <p:nvSpPr>
          <p:cNvPr id="25"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5260606" y="2535244"/>
            <a:ext cx="3381424"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4" name="Marcador de texto 17">
            <a:extLst>
              <a:ext uri="{FF2B5EF4-FFF2-40B4-BE49-F238E27FC236}">
                <a16:creationId xmlns:a16="http://schemas.microsoft.com/office/drawing/2014/main" id="{8A7C2A8B-EB4E-027C-1617-CD18B2F58DE9}"/>
              </a:ext>
            </a:extLst>
          </p:cNvPr>
          <p:cNvSpPr>
            <a:spLocks noGrp="1"/>
          </p:cNvSpPr>
          <p:nvPr>
            <p:ph type="body" sz="quarter" idx="29" hasCustomPrompt="1"/>
          </p:nvPr>
        </p:nvSpPr>
        <p:spPr>
          <a:xfrm>
            <a:off x="5260605" y="2348662"/>
            <a:ext cx="3381425" cy="141064"/>
          </a:xfrm>
          <a:prstGeom prst="rect">
            <a:avLst/>
          </a:prstGeom>
        </p:spPr>
        <p:txBody>
          <a:bodyPr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35" name="Marcador de texto 17">
            <a:extLst>
              <a:ext uri="{FF2B5EF4-FFF2-40B4-BE49-F238E27FC236}">
                <a16:creationId xmlns:a16="http://schemas.microsoft.com/office/drawing/2014/main" id="{476807FF-0153-D989-1210-16A9BB3CFA18}"/>
              </a:ext>
            </a:extLst>
          </p:cNvPr>
          <p:cNvSpPr>
            <a:spLocks noGrp="1"/>
          </p:cNvSpPr>
          <p:nvPr>
            <p:ph type="body" sz="quarter" idx="30" hasCustomPrompt="1"/>
          </p:nvPr>
        </p:nvSpPr>
        <p:spPr>
          <a:xfrm>
            <a:off x="5260606" y="3543648"/>
            <a:ext cx="3381424"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6" name="Marcador de texto 17">
            <a:extLst>
              <a:ext uri="{FF2B5EF4-FFF2-40B4-BE49-F238E27FC236}">
                <a16:creationId xmlns:a16="http://schemas.microsoft.com/office/drawing/2014/main" id="{0A643210-76F2-DC9C-C2E3-A4B535C8AE86}"/>
              </a:ext>
            </a:extLst>
          </p:cNvPr>
          <p:cNvSpPr>
            <a:spLocks noGrp="1"/>
          </p:cNvSpPr>
          <p:nvPr>
            <p:ph type="body" sz="quarter" idx="31" hasCustomPrompt="1"/>
          </p:nvPr>
        </p:nvSpPr>
        <p:spPr>
          <a:xfrm>
            <a:off x="5260605" y="4358216"/>
            <a:ext cx="3381425" cy="141064"/>
          </a:xfrm>
          <a:prstGeom prst="rect">
            <a:avLst/>
          </a:prstGeom>
        </p:spPr>
        <p:txBody>
          <a:bodyPr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37" name="Marcador de texto 17">
            <a:extLst>
              <a:ext uri="{FF2B5EF4-FFF2-40B4-BE49-F238E27FC236}">
                <a16:creationId xmlns:a16="http://schemas.microsoft.com/office/drawing/2014/main" id="{397AB93E-947F-2434-6960-20608B794D9D}"/>
              </a:ext>
            </a:extLst>
          </p:cNvPr>
          <p:cNvSpPr>
            <a:spLocks noGrp="1"/>
          </p:cNvSpPr>
          <p:nvPr>
            <p:ph type="body" sz="quarter" idx="32" hasCustomPrompt="1"/>
          </p:nvPr>
        </p:nvSpPr>
        <p:spPr>
          <a:xfrm>
            <a:off x="5260606" y="4552052"/>
            <a:ext cx="3381424"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8" name="Marcador de texto 17">
            <a:extLst>
              <a:ext uri="{FF2B5EF4-FFF2-40B4-BE49-F238E27FC236}">
                <a16:creationId xmlns:a16="http://schemas.microsoft.com/office/drawing/2014/main" id="{055E7203-4BC6-2547-320A-47E844E7E80A}"/>
              </a:ext>
            </a:extLst>
          </p:cNvPr>
          <p:cNvSpPr>
            <a:spLocks noGrp="1"/>
          </p:cNvSpPr>
          <p:nvPr>
            <p:ph type="body" sz="quarter" idx="33" hasCustomPrompt="1"/>
          </p:nvPr>
        </p:nvSpPr>
        <p:spPr>
          <a:xfrm>
            <a:off x="5260605" y="5366620"/>
            <a:ext cx="3381425" cy="141064"/>
          </a:xfrm>
          <a:prstGeom prst="rect">
            <a:avLst/>
          </a:prstGeom>
        </p:spPr>
        <p:txBody>
          <a:bodyPr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40" name="Marcador de texto 17">
            <a:extLst>
              <a:ext uri="{FF2B5EF4-FFF2-40B4-BE49-F238E27FC236}">
                <a16:creationId xmlns:a16="http://schemas.microsoft.com/office/drawing/2014/main" id="{FCF07314-587A-A5B5-2114-7C4586D04F82}"/>
              </a:ext>
            </a:extLst>
          </p:cNvPr>
          <p:cNvSpPr>
            <a:spLocks noGrp="1"/>
          </p:cNvSpPr>
          <p:nvPr>
            <p:ph type="body" sz="quarter" idx="34" hasCustomPrompt="1"/>
          </p:nvPr>
        </p:nvSpPr>
        <p:spPr>
          <a:xfrm>
            <a:off x="5260606" y="5560456"/>
            <a:ext cx="3381424"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28" name="Marcador de texto 17">
            <a:extLst>
              <a:ext uri="{FF2B5EF4-FFF2-40B4-BE49-F238E27FC236}">
                <a16:creationId xmlns:a16="http://schemas.microsoft.com/office/drawing/2014/main" id="{8A7C2A8B-EB4E-027C-1617-CD18B2F58DE9}"/>
              </a:ext>
            </a:extLst>
          </p:cNvPr>
          <p:cNvSpPr>
            <a:spLocks noGrp="1"/>
          </p:cNvSpPr>
          <p:nvPr>
            <p:ph type="body" sz="quarter" idx="35" hasCustomPrompt="1"/>
          </p:nvPr>
        </p:nvSpPr>
        <p:spPr>
          <a:xfrm>
            <a:off x="5260605" y="3356885"/>
            <a:ext cx="3381425" cy="141064"/>
          </a:xfrm>
          <a:prstGeom prst="rect">
            <a:avLst/>
          </a:prstGeom>
        </p:spPr>
        <p:txBody>
          <a:bodyPr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29" name="Marcador de texto 17">
            <a:extLst>
              <a:ext uri="{FF2B5EF4-FFF2-40B4-BE49-F238E27FC236}">
                <a16:creationId xmlns:a16="http://schemas.microsoft.com/office/drawing/2014/main" id="{A0CA764B-2F32-5185-0F0E-441D05172949}"/>
              </a:ext>
            </a:extLst>
          </p:cNvPr>
          <p:cNvSpPr>
            <a:spLocks noGrp="1"/>
          </p:cNvSpPr>
          <p:nvPr>
            <p:ph type="body" sz="quarter" idx="36" hasCustomPrompt="1"/>
          </p:nvPr>
        </p:nvSpPr>
        <p:spPr>
          <a:xfrm>
            <a:off x="4452351" y="3301673"/>
            <a:ext cx="802867"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02.</a:t>
            </a:r>
          </a:p>
        </p:txBody>
      </p:sp>
      <p:sp>
        <p:nvSpPr>
          <p:cNvPr id="30" name="Marcador de texto 17">
            <a:extLst>
              <a:ext uri="{FF2B5EF4-FFF2-40B4-BE49-F238E27FC236}">
                <a16:creationId xmlns:a16="http://schemas.microsoft.com/office/drawing/2014/main" id="{A0CA764B-2F32-5185-0F0E-441D05172949}"/>
              </a:ext>
            </a:extLst>
          </p:cNvPr>
          <p:cNvSpPr>
            <a:spLocks noGrp="1"/>
          </p:cNvSpPr>
          <p:nvPr>
            <p:ph type="body" sz="quarter" idx="37" hasCustomPrompt="1"/>
          </p:nvPr>
        </p:nvSpPr>
        <p:spPr>
          <a:xfrm>
            <a:off x="4452351" y="4310260"/>
            <a:ext cx="802867"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03.</a:t>
            </a:r>
          </a:p>
        </p:txBody>
      </p:sp>
      <p:sp>
        <p:nvSpPr>
          <p:cNvPr id="31" name="Marcador de texto 17">
            <a:extLst>
              <a:ext uri="{FF2B5EF4-FFF2-40B4-BE49-F238E27FC236}">
                <a16:creationId xmlns:a16="http://schemas.microsoft.com/office/drawing/2014/main" id="{A0CA764B-2F32-5185-0F0E-441D05172949}"/>
              </a:ext>
            </a:extLst>
          </p:cNvPr>
          <p:cNvSpPr>
            <a:spLocks noGrp="1"/>
          </p:cNvSpPr>
          <p:nvPr>
            <p:ph type="body" sz="quarter" idx="38" hasCustomPrompt="1"/>
          </p:nvPr>
        </p:nvSpPr>
        <p:spPr>
          <a:xfrm>
            <a:off x="4452351" y="5317635"/>
            <a:ext cx="802867"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04.</a:t>
            </a:r>
          </a:p>
        </p:txBody>
      </p:sp>
    </p:spTree>
    <p:extLst>
      <p:ext uri="{BB962C8B-B14F-4D97-AF65-F5344CB8AC3E}">
        <p14:creationId xmlns:p14="http://schemas.microsoft.com/office/powerpoint/2010/main" val="3344023929"/>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LISTA DE CONTENIDO 2">
    <p:spTree>
      <p:nvGrpSpPr>
        <p:cNvPr id="1" name=""/>
        <p:cNvGrpSpPr/>
        <p:nvPr/>
      </p:nvGrpSpPr>
      <p:grpSpPr>
        <a:xfrm>
          <a:off x="0" y="0"/>
          <a:ext cx="0" cy="0"/>
          <a:chOff x="0" y="0"/>
          <a:chExt cx="0" cy="0"/>
        </a:xfrm>
      </p:grpSpPr>
      <p:sp>
        <p:nvSpPr>
          <p:cNvPr id="39" name="The About…">
            <a:extLst>
              <a:ext uri="{FF2B5EF4-FFF2-40B4-BE49-F238E27FC236}">
                <a16:creationId xmlns:a16="http://schemas.microsoft.com/office/drawing/2014/main" id="{28F1CFED-82CC-114B-BA67-8DB7003DC820}"/>
              </a:ext>
            </a:extLst>
          </p:cNvPr>
          <p:cNvSpPr txBox="1"/>
          <p:nvPr/>
        </p:nvSpPr>
        <p:spPr>
          <a:xfrm>
            <a:off x="2368800" y="1036246"/>
            <a:ext cx="4332917" cy="73866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600"/>
              </a:spcAft>
              <a:defRPr sz="8000" b="0">
                <a:solidFill>
                  <a:srgbClr val="2C2E3C"/>
                </a:solidFill>
                <a:latin typeface="Roboto Black"/>
                <a:ea typeface="Roboto Black"/>
                <a:cs typeface="Roboto Black"/>
                <a:sym typeface="Roboto Black"/>
              </a:defRPr>
            </a:pPr>
            <a:r>
              <a:rPr lang="es-ES" sz="4800" b="1" kern="1000" spc="300" dirty="0">
                <a:solidFill>
                  <a:srgbClr val="E2E3E1"/>
                </a:solidFill>
                <a:latin typeface="Montserrat" pitchFamily="2" charset="77"/>
                <a:cs typeface="Helvetica"/>
              </a:rPr>
              <a:t>CONTENIDO</a:t>
            </a:r>
          </a:p>
        </p:txBody>
      </p:sp>
      <p:sp>
        <p:nvSpPr>
          <p:cNvPr id="4" name="Marcador de posición de imagen 2">
            <a:extLst>
              <a:ext uri="{FF2B5EF4-FFF2-40B4-BE49-F238E27FC236}">
                <a16:creationId xmlns:a16="http://schemas.microsoft.com/office/drawing/2014/main" id="{CA37364F-5CFA-FBDE-115D-327BBCD796D3}"/>
              </a:ext>
            </a:extLst>
          </p:cNvPr>
          <p:cNvSpPr>
            <a:spLocks noGrp="1"/>
          </p:cNvSpPr>
          <p:nvPr>
            <p:ph type="pic" sz="quarter" idx="14" hasCustomPrompt="1"/>
          </p:nvPr>
        </p:nvSpPr>
        <p:spPr>
          <a:xfrm>
            <a:off x="324000" y="5050800"/>
            <a:ext cx="2044800" cy="1494000"/>
          </a:xfrm>
          <a:prstGeom prst="rect">
            <a:avLst/>
          </a:prstGeom>
        </p:spPr>
        <p:txBody>
          <a:bodyPr rtlCol="0" anchor="ctr">
            <a:normAutofit/>
          </a:bodyPr>
          <a:lstStyle>
            <a:lvl1pPr marL="0" indent="0" algn="ctr" rtl="0">
              <a:buNone/>
              <a:defRPr lang="es-ES" sz="1200" spc="0" baseline="0">
                <a:solidFill>
                  <a:schemeClr val="bg1">
                    <a:lumMod val="50000"/>
                  </a:schemeClr>
                </a:solidFill>
              </a:defRPr>
            </a:lvl1pPr>
          </a:lstStyle>
          <a:p>
            <a:pPr rtl="0"/>
            <a:r>
              <a:rPr lang="es-ES" dirty="0"/>
              <a:t>Haga clic para agregar una imagen</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1435693" y="2465486"/>
            <a:ext cx="2616101" cy="141064"/>
          </a:xfrm>
          <a:prstGeom prst="rect">
            <a:avLst/>
          </a:prstGeom>
        </p:spPr>
        <p:txBody>
          <a:bodyPr wrap="square"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25"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1435692" y="2769514"/>
            <a:ext cx="3103414" cy="153888"/>
          </a:xfrm>
          <a:prstGeom prst="rect">
            <a:avLst/>
          </a:prstGeom>
        </p:spPr>
        <p:txBody>
          <a:bodyPr wrap="square"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4" name="Marcador de texto 17">
            <a:extLst>
              <a:ext uri="{FF2B5EF4-FFF2-40B4-BE49-F238E27FC236}">
                <a16:creationId xmlns:a16="http://schemas.microsoft.com/office/drawing/2014/main" id="{8A7C2A8B-EB4E-027C-1617-CD18B2F58DE9}"/>
              </a:ext>
            </a:extLst>
          </p:cNvPr>
          <p:cNvSpPr>
            <a:spLocks noGrp="1"/>
          </p:cNvSpPr>
          <p:nvPr>
            <p:ph type="body" sz="quarter" idx="29" hasCustomPrompt="1"/>
          </p:nvPr>
        </p:nvSpPr>
        <p:spPr>
          <a:xfrm>
            <a:off x="1435692" y="3764166"/>
            <a:ext cx="2616101" cy="141064"/>
          </a:xfrm>
          <a:prstGeom prst="rect">
            <a:avLst/>
          </a:prstGeom>
        </p:spPr>
        <p:txBody>
          <a:bodyPr wrap="square"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35" name="Marcador de texto 17">
            <a:extLst>
              <a:ext uri="{FF2B5EF4-FFF2-40B4-BE49-F238E27FC236}">
                <a16:creationId xmlns:a16="http://schemas.microsoft.com/office/drawing/2014/main" id="{476807FF-0153-D989-1210-16A9BB3CFA18}"/>
              </a:ext>
            </a:extLst>
          </p:cNvPr>
          <p:cNvSpPr>
            <a:spLocks noGrp="1"/>
          </p:cNvSpPr>
          <p:nvPr>
            <p:ph type="body" sz="quarter" idx="30" hasCustomPrompt="1"/>
          </p:nvPr>
        </p:nvSpPr>
        <p:spPr>
          <a:xfrm>
            <a:off x="1435692" y="4059202"/>
            <a:ext cx="3103414" cy="153888"/>
          </a:xfrm>
          <a:prstGeom prst="rect">
            <a:avLst/>
          </a:prstGeom>
        </p:spPr>
        <p:txBody>
          <a:bodyPr wrap="square"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6" name="Marcador de texto 17">
            <a:extLst>
              <a:ext uri="{FF2B5EF4-FFF2-40B4-BE49-F238E27FC236}">
                <a16:creationId xmlns:a16="http://schemas.microsoft.com/office/drawing/2014/main" id="{0A643210-76F2-DC9C-C2E3-A4B535C8AE86}"/>
              </a:ext>
            </a:extLst>
          </p:cNvPr>
          <p:cNvSpPr>
            <a:spLocks noGrp="1"/>
          </p:cNvSpPr>
          <p:nvPr>
            <p:ph type="body" sz="quarter" idx="31" hasCustomPrompt="1"/>
          </p:nvPr>
        </p:nvSpPr>
        <p:spPr>
          <a:xfrm>
            <a:off x="5542303" y="2459371"/>
            <a:ext cx="2616101" cy="141064"/>
          </a:xfrm>
          <a:prstGeom prst="rect">
            <a:avLst/>
          </a:prstGeom>
        </p:spPr>
        <p:txBody>
          <a:bodyPr wrap="square"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37" name="Marcador de texto 17">
            <a:extLst>
              <a:ext uri="{FF2B5EF4-FFF2-40B4-BE49-F238E27FC236}">
                <a16:creationId xmlns:a16="http://schemas.microsoft.com/office/drawing/2014/main" id="{397AB93E-947F-2434-6960-20608B794D9D}"/>
              </a:ext>
            </a:extLst>
          </p:cNvPr>
          <p:cNvSpPr>
            <a:spLocks noGrp="1"/>
          </p:cNvSpPr>
          <p:nvPr>
            <p:ph type="body" sz="quarter" idx="32" hasCustomPrompt="1"/>
          </p:nvPr>
        </p:nvSpPr>
        <p:spPr>
          <a:xfrm>
            <a:off x="5542303" y="2768578"/>
            <a:ext cx="3103414" cy="153888"/>
          </a:xfrm>
          <a:prstGeom prst="rect">
            <a:avLst/>
          </a:prstGeom>
        </p:spPr>
        <p:txBody>
          <a:bodyPr wrap="square"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38" name="Marcador de texto 17">
            <a:extLst>
              <a:ext uri="{FF2B5EF4-FFF2-40B4-BE49-F238E27FC236}">
                <a16:creationId xmlns:a16="http://schemas.microsoft.com/office/drawing/2014/main" id="{055E7203-4BC6-2547-320A-47E844E7E80A}"/>
              </a:ext>
            </a:extLst>
          </p:cNvPr>
          <p:cNvSpPr>
            <a:spLocks noGrp="1"/>
          </p:cNvSpPr>
          <p:nvPr>
            <p:ph type="body" sz="quarter" idx="33" hasCustomPrompt="1"/>
          </p:nvPr>
        </p:nvSpPr>
        <p:spPr>
          <a:xfrm>
            <a:off x="5539733" y="3763419"/>
            <a:ext cx="2616101" cy="141064"/>
          </a:xfrm>
          <a:prstGeom prst="rect">
            <a:avLst/>
          </a:prstGeom>
        </p:spPr>
        <p:txBody>
          <a:bodyPr wrap="square" lIns="0" tIns="0" rIns="0" bIns="0" rtlCol="0" anchor="t">
            <a:spAutoFit/>
          </a:bodyPr>
          <a:lstStyle>
            <a:lvl1pPr marL="0" indent="0" algn="l">
              <a:buNone/>
              <a:defRPr lang="es-ES" sz="1000" b="1" i="0" cap="all" spc="150" baseline="0">
                <a:solidFill>
                  <a:srgbClr val="686868"/>
                </a:solidFill>
                <a:latin typeface="Montserrat SemiBold" pitchFamily="2" charset="77"/>
              </a:defRPr>
            </a:lvl1pPr>
          </a:lstStyle>
          <a:p>
            <a:pPr lvl="0" rtl="0"/>
            <a:r>
              <a:rPr lang="es-ES" dirty="0"/>
              <a:t>Haga clic para agregar un TÍTULO</a:t>
            </a:r>
          </a:p>
        </p:txBody>
      </p:sp>
      <p:sp>
        <p:nvSpPr>
          <p:cNvPr id="40" name="Marcador de texto 17">
            <a:extLst>
              <a:ext uri="{FF2B5EF4-FFF2-40B4-BE49-F238E27FC236}">
                <a16:creationId xmlns:a16="http://schemas.microsoft.com/office/drawing/2014/main" id="{FCF07314-587A-A5B5-2114-7C4586D04F82}"/>
              </a:ext>
            </a:extLst>
          </p:cNvPr>
          <p:cNvSpPr>
            <a:spLocks noGrp="1"/>
          </p:cNvSpPr>
          <p:nvPr>
            <p:ph type="body" sz="quarter" idx="34" hasCustomPrompt="1"/>
          </p:nvPr>
        </p:nvSpPr>
        <p:spPr>
          <a:xfrm>
            <a:off x="5539734" y="4059202"/>
            <a:ext cx="3103414" cy="153888"/>
          </a:xfrm>
          <a:prstGeom prst="rect">
            <a:avLst/>
          </a:prstGeom>
        </p:spPr>
        <p:txBody>
          <a:bodyPr wrap="square"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Haga clic para agregar una descripción de título</a:t>
            </a:r>
          </a:p>
        </p:txBody>
      </p:sp>
      <p:sp>
        <p:nvSpPr>
          <p:cNvPr id="7" name="Marcador de posición de imagen 2">
            <a:extLst>
              <a:ext uri="{FF2B5EF4-FFF2-40B4-BE49-F238E27FC236}">
                <a16:creationId xmlns:a16="http://schemas.microsoft.com/office/drawing/2014/main" id="{794090E6-3F4F-A8C6-CB69-E04F82EBD80A}"/>
              </a:ext>
            </a:extLst>
          </p:cNvPr>
          <p:cNvSpPr>
            <a:spLocks noGrp="1"/>
          </p:cNvSpPr>
          <p:nvPr>
            <p:ph type="pic" sz="quarter" idx="35" hasCustomPrompt="1"/>
          </p:nvPr>
        </p:nvSpPr>
        <p:spPr>
          <a:xfrm>
            <a:off x="6768000" y="5050800"/>
            <a:ext cx="2044800" cy="1494000"/>
          </a:xfrm>
          <a:prstGeom prst="rect">
            <a:avLst/>
          </a:prstGeom>
        </p:spPr>
        <p:txBody>
          <a:bodyPr rtlCol="0" anchor="ctr">
            <a:normAutofit/>
          </a:bodyPr>
          <a:lstStyle>
            <a:lvl1pPr marL="0" indent="0" algn="ctr" rtl="0">
              <a:buNone/>
              <a:defRPr lang="es-ES" sz="1200" spc="0" baseline="0">
                <a:solidFill>
                  <a:srgbClr val="7C7C7C"/>
                </a:solidFill>
              </a:defRPr>
            </a:lvl1pPr>
          </a:lstStyle>
          <a:p>
            <a:pPr rtl="0"/>
            <a:r>
              <a:rPr lang="es-ES" dirty="0"/>
              <a:t>Haga clic para agregar una imagen</a:t>
            </a:r>
          </a:p>
        </p:txBody>
      </p:sp>
      <p:sp>
        <p:nvSpPr>
          <p:cNvPr id="8" name="Marcador de posición de imagen 2">
            <a:extLst>
              <a:ext uri="{FF2B5EF4-FFF2-40B4-BE49-F238E27FC236}">
                <a16:creationId xmlns:a16="http://schemas.microsoft.com/office/drawing/2014/main" id="{D52AA0B9-D2FE-7DF3-F8D0-0A8134184EF4}"/>
              </a:ext>
            </a:extLst>
          </p:cNvPr>
          <p:cNvSpPr>
            <a:spLocks noGrp="1"/>
          </p:cNvSpPr>
          <p:nvPr>
            <p:ph type="pic" sz="quarter" idx="36" hasCustomPrompt="1"/>
          </p:nvPr>
        </p:nvSpPr>
        <p:spPr>
          <a:xfrm>
            <a:off x="4620000" y="5050800"/>
            <a:ext cx="2044800" cy="1494000"/>
          </a:xfrm>
          <a:prstGeom prst="rect">
            <a:avLst/>
          </a:prstGeom>
        </p:spPr>
        <p:txBody>
          <a:bodyPr rtlCol="0" anchor="ctr">
            <a:normAutofit/>
          </a:bodyPr>
          <a:lstStyle>
            <a:lvl1pPr marL="0" indent="0" algn="ctr" rtl="0">
              <a:buNone/>
              <a:defRPr lang="es-ES" sz="1200" spc="0" baseline="0">
                <a:solidFill>
                  <a:srgbClr val="7C7C7C"/>
                </a:solidFill>
              </a:defRPr>
            </a:lvl1pPr>
          </a:lstStyle>
          <a:p>
            <a:pPr rtl="0"/>
            <a:r>
              <a:rPr lang="es-ES" dirty="0"/>
              <a:t>Haga clic para agregar una imagen</a:t>
            </a:r>
          </a:p>
        </p:txBody>
      </p:sp>
      <p:sp>
        <p:nvSpPr>
          <p:cNvPr id="9" name="Marcador de posición de imagen 2">
            <a:extLst>
              <a:ext uri="{FF2B5EF4-FFF2-40B4-BE49-F238E27FC236}">
                <a16:creationId xmlns:a16="http://schemas.microsoft.com/office/drawing/2014/main" id="{AA858C0E-7F72-9050-37AB-F1D2489E8BBF}"/>
              </a:ext>
            </a:extLst>
          </p:cNvPr>
          <p:cNvSpPr>
            <a:spLocks noGrp="1"/>
          </p:cNvSpPr>
          <p:nvPr>
            <p:ph type="pic" sz="quarter" idx="37" hasCustomPrompt="1"/>
          </p:nvPr>
        </p:nvSpPr>
        <p:spPr>
          <a:xfrm>
            <a:off x="2472000" y="5050800"/>
            <a:ext cx="2044800" cy="1494000"/>
          </a:xfrm>
          <a:prstGeom prst="rect">
            <a:avLst/>
          </a:prstGeom>
        </p:spPr>
        <p:txBody>
          <a:bodyPr rtlCol="0" anchor="ctr">
            <a:normAutofit/>
          </a:bodyPr>
          <a:lstStyle>
            <a:lvl1pPr marL="0" indent="0" algn="ctr" rtl="0">
              <a:buNone/>
              <a:defRPr lang="es-ES" sz="1200" spc="0" baseline="0">
                <a:solidFill>
                  <a:srgbClr val="7C7C7C"/>
                </a:solidFill>
              </a:defRPr>
            </a:lvl1pPr>
          </a:lstStyle>
          <a:p>
            <a:pPr rtl="0"/>
            <a:r>
              <a:rPr lang="es-ES" dirty="0"/>
              <a:t>Haga clic para agregar una imagen</a:t>
            </a:r>
          </a:p>
        </p:txBody>
      </p:sp>
      <p:cxnSp>
        <p:nvCxnSpPr>
          <p:cNvPr id="17" name="Conector recto 16">
            <a:extLst>
              <a:ext uri="{FF2B5EF4-FFF2-40B4-BE49-F238E27FC236}">
                <a16:creationId xmlns:a16="http://schemas.microsoft.com/office/drawing/2014/main" id="{322FB4C1-1DAF-3097-2EC4-3470EFF4ACEC}"/>
              </a:ext>
            </a:extLst>
          </p:cNvPr>
          <p:cNvCxnSpPr>
            <a:cxnSpLocks/>
          </p:cNvCxnSpPr>
          <p:nvPr/>
        </p:nvCxnSpPr>
        <p:spPr>
          <a:xfrm>
            <a:off x="3989032" y="1891752"/>
            <a:ext cx="1165936" cy="0"/>
          </a:xfrm>
          <a:prstGeom prst="line">
            <a:avLst/>
          </a:prstGeom>
          <a:ln w="50800" cap="rnd">
            <a:solidFill>
              <a:schemeClr val="bg1">
                <a:lumMod val="85000"/>
              </a:schemeClr>
            </a:solidFill>
            <a:prstDash val="solid"/>
          </a:ln>
          <a:effectLst>
            <a:outerShdw blurRad="40000" dist="20000" dir="5400000" sx="89000" sy="89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20" name="The About…">
            <a:extLst>
              <a:ext uri="{FF2B5EF4-FFF2-40B4-BE49-F238E27FC236}">
                <a16:creationId xmlns:a16="http://schemas.microsoft.com/office/drawing/2014/main" id="{28F1CFED-82CC-114B-BA67-8DB7003DC820}"/>
              </a:ext>
            </a:extLst>
          </p:cNvPr>
          <p:cNvSpPr txBox="1"/>
          <p:nvPr userDrawn="1"/>
        </p:nvSpPr>
        <p:spPr>
          <a:xfrm>
            <a:off x="2368800" y="1036246"/>
            <a:ext cx="4332917" cy="738664"/>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p>
            <a:pPr algn="ctr">
              <a:spcAft>
                <a:spcPts val="600"/>
              </a:spcAft>
              <a:defRPr sz="8000" b="0">
                <a:solidFill>
                  <a:srgbClr val="2C2E3C"/>
                </a:solidFill>
                <a:latin typeface="Roboto Black"/>
                <a:ea typeface="Roboto Black"/>
                <a:cs typeface="Roboto Black"/>
                <a:sym typeface="Roboto Black"/>
              </a:defRPr>
            </a:pPr>
            <a:r>
              <a:rPr lang="es-ES" sz="4800" b="1" kern="1000" spc="300" dirty="0">
                <a:solidFill>
                  <a:srgbClr val="E2E3E1"/>
                </a:solidFill>
                <a:latin typeface="Montserrat" pitchFamily="2" charset="77"/>
                <a:cs typeface="Helvetica"/>
              </a:rPr>
              <a:t>CONTENIDO</a:t>
            </a:r>
          </a:p>
        </p:txBody>
      </p:sp>
      <p:cxnSp>
        <p:nvCxnSpPr>
          <p:cNvPr id="21" name="Conector recto 20">
            <a:extLst>
              <a:ext uri="{FF2B5EF4-FFF2-40B4-BE49-F238E27FC236}">
                <a16:creationId xmlns:a16="http://schemas.microsoft.com/office/drawing/2014/main" id="{322FB4C1-1DAF-3097-2EC4-3470EFF4ACEC}"/>
              </a:ext>
            </a:extLst>
          </p:cNvPr>
          <p:cNvCxnSpPr>
            <a:cxnSpLocks/>
          </p:cNvCxnSpPr>
          <p:nvPr userDrawn="1"/>
        </p:nvCxnSpPr>
        <p:spPr>
          <a:xfrm>
            <a:off x="3989032" y="1891752"/>
            <a:ext cx="1165936" cy="0"/>
          </a:xfrm>
          <a:prstGeom prst="line">
            <a:avLst/>
          </a:prstGeom>
          <a:ln w="50800" cap="rnd">
            <a:solidFill>
              <a:schemeClr val="bg1">
                <a:lumMod val="85000"/>
              </a:schemeClr>
            </a:solidFill>
            <a:prstDash val="solid"/>
          </a:ln>
          <a:effectLst>
            <a:outerShdw blurRad="40000" dist="20000" dir="5400000" sx="89000" sy="89000" rotWithShape="0">
              <a:srgbClr val="000000">
                <a:alpha val="0"/>
              </a:srgbClr>
            </a:outerShdw>
          </a:effectLst>
        </p:spPr>
        <p:style>
          <a:lnRef idx="2">
            <a:schemeClr val="accent1"/>
          </a:lnRef>
          <a:fillRef idx="0">
            <a:schemeClr val="accent1"/>
          </a:fillRef>
          <a:effectRef idx="1">
            <a:schemeClr val="accent1"/>
          </a:effectRef>
          <a:fontRef idx="minor">
            <a:schemeClr val="tx1"/>
          </a:fontRef>
        </p:style>
      </p:cxnSp>
      <p:sp>
        <p:nvSpPr>
          <p:cNvPr id="22" name="Marcador de texto 17">
            <a:extLst>
              <a:ext uri="{FF2B5EF4-FFF2-40B4-BE49-F238E27FC236}">
                <a16:creationId xmlns:a16="http://schemas.microsoft.com/office/drawing/2014/main" id="{A0CA764B-2F32-5185-0F0E-441D05172949}"/>
              </a:ext>
            </a:extLst>
          </p:cNvPr>
          <p:cNvSpPr>
            <a:spLocks noGrp="1"/>
          </p:cNvSpPr>
          <p:nvPr>
            <p:ph type="body" sz="quarter" idx="38" hasCustomPrompt="1"/>
          </p:nvPr>
        </p:nvSpPr>
        <p:spPr>
          <a:xfrm>
            <a:off x="652590" y="2382820"/>
            <a:ext cx="773899"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01.</a:t>
            </a:r>
          </a:p>
        </p:txBody>
      </p:sp>
      <p:sp>
        <p:nvSpPr>
          <p:cNvPr id="23" name="Marcador de texto 17">
            <a:extLst>
              <a:ext uri="{FF2B5EF4-FFF2-40B4-BE49-F238E27FC236}">
                <a16:creationId xmlns:a16="http://schemas.microsoft.com/office/drawing/2014/main" id="{A0CA764B-2F32-5185-0F0E-441D05172949}"/>
              </a:ext>
            </a:extLst>
          </p:cNvPr>
          <p:cNvSpPr>
            <a:spLocks noGrp="1"/>
          </p:cNvSpPr>
          <p:nvPr>
            <p:ph type="body" sz="quarter" idx="39" hasCustomPrompt="1"/>
          </p:nvPr>
        </p:nvSpPr>
        <p:spPr>
          <a:xfrm>
            <a:off x="652590" y="3696755"/>
            <a:ext cx="773899"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02.</a:t>
            </a:r>
          </a:p>
        </p:txBody>
      </p:sp>
      <p:sp>
        <p:nvSpPr>
          <p:cNvPr id="26" name="Marcador de texto 17">
            <a:extLst>
              <a:ext uri="{FF2B5EF4-FFF2-40B4-BE49-F238E27FC236}">
                <a16:creationId xmlns:a16="http://schemas.microsoft.com/office/drawing/2014/main" id="{A0CA764B-2F32-5185-0F0E-441D05172949}"/>
              </a:ext>
            </a:extLst>
          </p:cNvPr>
          <p:cNvSpPr>
            <a:spLocks noGrp="1"/>
          </p:cNvSpPr>
          <p:nvPr>
            <p:ph type="body" sz="quarter" idx="40" hasCustomPrompt="1"/>
          </p:nvPr>
        </p:nvSpPr>
        <p:spPr>
          <a:xfrm>
            <a:off x="4768404" y="2382820"/>
            <a:ext cx="773899"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03.</a:t>
            </a:r>
          </a:p>
        </p:txBody>
      </p:sp>
      <p:sp>
        <p:nvSpPr>
          <p:cNvPr id="27" name="Marcador de texto 17">
            <a:extLst>
              <a:ext uri="{FF2B5EF4-FFF2-40B4-BE49-F238E27FC236}">
                <a16:creationId xmlns:a16="http://schemas.microsoft.com/office/drawing/2014/main" id="{A0CA764B-2F32-5185-0F0E-441D05172949}"/>
              </a:ext>
            </a:extLst>
          </p:cNvPr>
          <p:cNvSpPr>
            <a:spLocks noGrp="1"/>
          </p:cNvSpPr>
          <p:nvPr>
            <p:ph type="body" sz="quarter" idx="41" hasCustomPrompt="1"/>
          </p:nvPr>
        </p:nvSpPr>
        <p:spPr>
          <a:xfrm>
            <a:off x="4691270" y="3687553"/>
            <a:ext cx="851033" cy="614469"/>
          </a:xfrm>
          <a:prstGeom prst="rect">
            <a:avLst/>
          </a:prstGeom>
        </p:spPr>
        <p:txBody>
          <a:bodyPr lIns="0" tIns="0" rIns="0" bIns="0" rtlCol="0" anchor="t">
            <a:noAutofit/>
          </a:bodyPr>
          <a:lstStyle>
            <a:lvl1pPr marL="0" indent="0" algn="l">
              <a:buNone/>
              <a:defRPr lang="es-ES" sz="3600" b="1" i="0" cap="all" spc="150" baseline="0">
                <a:solidFill>
                  <a:schemeClr val="bg1">
                    <a:lumMod val="90000"/>
                  </a:schemeClr>
                </a:solidFill>
                <a:latin typeface="Montserrat light"/>
                <a:ea typeface="AppleMyungjo"/>
                <a:cs typeface="Montserrat light"/>
              </a:defRPr>
            </a:lvl1pPr>
          </a:lstStyle>
          <a:p>
            <a:pPr lvl="0" rtl="0"/>
            <a:r>
              <a:rPr lang="es-ES" dirty="0"/>
              <a:t>04.</a:t>
            </a:r>
          </a:p>
        </p:txBody>
      </p:sp>
    </p:spTree>
    <p:extLst>
      <p:ext uri="{BB962C8B-B14F-4D97-AF65-F5344CB8AC3E}">
        <p14:creationId xmlns:p14="http://schemas.microsoft.com/office/powerpoint/2010/main" val="3669672262"/>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na foto con Texto">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6572515" y="1266291"/>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4" name="Marcador de posición de imagen 2">
            <a:extLst>
              <a:ext uri="{FF2B5EF4-FFF2-40B4-BE49-F238E27FC236}">
                <a16:creationId xmlns:a16="http://schemas.microsoft.com/office/drawing/2014/main" id="{CA37364F-5CFA-FBDE-115D-327BBCD796D3}"/>
              </a:ext>
            </a:extLst>
          </p:cNvPr>
          <p:cNvSpPr>
            <a:spLocks noGrp="1"/>
          </p:cNvSpPr>
          <p:nvPr>
            <p:ph type="pic" sz="quarter" idx="14" hasCustomPrompt="1"/>
          </p:nvPr>
        </p:nvSpPr>
        <p:spPr>
          <a:xfrm>
            <a:off x="5137200" y="1000800"/>
            <a:ext cx="3610800" cy="5122800"/>
          </a:xfrm>
          <a:prstGeom prst="rect">
            <a:avLst/>
          </a:prstGeom>
        </p:spPr>
        <p:txBody>
          <a:bodyPr lIns="576000" tIns="561600" rIns="576000" rtlCol="0">
            <a:normAutofit/>
          </a:bodyPr>
          <a:lstStyle>
            <a:lvl1pPr marL="0" indent="0" algn="ctr" rtl="0">
              <a:buNone/>
              <a:defRPr lang="es-ES" sz="1400" spc="30" baseline="0">
                <a:solidFill>
                  <a:srgbClr val="7C7C7C"/>
                </a:solidFill>
              </a:defRPr>
            </a:lvl1pPr>
          </a:lstStyle>
          <a:p>
            <a:pPr rtl="0"/>
            <a:r>
              <a:rPr lang="es-ES" dirty="0"/>
              <a:t>Haga clic para agregar una imagen</a:t>
            </a:r>
          </a:p>
        </p:txBody>
      </p:sp>
      <p:sp>
        <p:nvSpPr>
          <p:cNvPr id="6" name="Marcador de texto 11">
            <a:extLst>
              <a:ext uri="{FF2B5EF4-FFF2-40B4-BE49-F238E27FC236}">
                <a16:creationId xmlns:a16="http://schemas.microsoft.com/office/drawing/2014/main" id="{48B13D66-5DC5-255E-ABBD-81418BD7E6EA}"/>
              </a:ext>
            </a:extLst>
          </p:cNvPr>
          <p:cNvSpPr>
            <a:spLocks noGrp="1"/>
          </p:cNvSpPr>
          <p:nvPr>
            <p:ph type="body" sz="quarter" idx="16" hasCustomPrompt="1"/>
          </p:nvPr>
        </p:nvSpPr>
        <p:spPr>
          <a:xfrm>
            <a:off x="5137200" y="4255200"/>
            <a:ext cx="3610800" cy="1868400"/>
          </a:xfrm>
          <a:prstGeom prst="rect">
            <a:avLst/>
          </a:prstGeom>
          <a:gradFill flip="none" rotWithShape="1">
            <a:gsLst>
              <a:gs pos="0">
                <a:schemeClr val="accent1">
                  <a:lumMod val="89000"/>
                  <a:alpha val="88000"/>
                </a:schemeClr>
              </a:gs>
              <a:gs pos="23000">
                <a:schemeClr val="accent1">
                  <a:lumMod val="89000"/>
                  <a:alpha val="88000"/>
                </a:schemeClr>
              </a:gs>
              <a:gs pos="68000">
                <a:schemeClr val="accent1">
                  <a:lumMod val="75000"/>
                  <a:alpha val="87000"/>
                </a:schemeClr>
              </a:gs>
              <a:gs pos="97000">
                <a:schemeClr val="accent1">
                  <a:lumMod val="70000"/>
                  <a:alpha val="88000"/>
                </a:schemeClr>
              </a:gs>
            </a:gsLst>
            <a:path path="circle">
              <a:fillToRect l="50000" t="50000" r="50000" b="50000"/>
            </a:path>
            <a:tileRect/>
          </a:gradFill>
          <a:ln>
            <a:noFill/>
          </a:ln>
        </p:spPr>
        <p:txBody>
          <a:bodyPr lIns="432000" tIns="72000" rIns="432000" bIns="72000" rtlCol="0" anchor="ctr">
            <a:normAutofit/>
          </a:bodyPr>
          <a:lstStyle>
            <a:lvl1pPr marL="0" indent="0" algn="ctr">
              <a:buNone/>
              <a:defRPr lang="es-ES" sz="1400" i="0" cap="none" spc="200" baseline="0">
                <a:solidFill>
                  <a:schemeClr val="bg1"/>
                </a:solidFill>
                <a:latin typeface="Montserrat" pitchFamily="2" charset="77"/>
              </a:defRPr>
            </a:lvl1pPr>
          </a:lstStyle>
          <a:p>
            <a:pPr lvl="0" rtl="0"/>
            <a:r>
              <a:rPr lang="es-ES" dirty="0"/>
              <a:t>Haga clic para agregar un título</a:t>
            </a:r>
          </a:p>
        </p:txBody>
      </p:sp>
      <p:sp>
        <p:nvSpPr>
          <p:cNvPr id="19" name="Rectángulo 18">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0" name="Rectángulo 19">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1"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11"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658800" y="2170800"/>
            <a:ext cx="3381425" cy="447302"/>
          </a:xfrm>
          <a:prstGeom prst="rect">
            <a:avLst/>
          </a:prstGeom>
        </p:spPr>
        <p:txBody>
          <a:bodyPr lIns="0" tIns="0" rIns="0" bIns="0" rtlCol="0" anchor="t">
            <a:spAutoFit/>
          </a:bodyPr>
          <a:lstStyle>
            <a:lvl1pPr marL="0" indent="0" algn="l">
              <a:buNone/>
              <a:defRPr lang="es-ES" sz="1600" b="0" i="0" cap="none" spc="150" baseline="0">
                <a:solidFill>
                  <a:srgbClr val="7F7F7F"/>
                </a:solidFill>
                <a:latin typeface="Montserrat" pitchFamily="2" charset="77"/>
              </a:defRPr>
            </a:lvl1pPr>
          </a:lstStyle>
          <a:p>
            <a:pPr lvl="0" rtl="0"/>
            <a:r>
              <a:rPr lang="es-ES" dirty="0"/>
              <a:t>Haga clic para agregar subtítulo</a:t>
            </a:r>
          </a:p>
        </p:txBody>
      </p:sp>
      <p:sp>
        <p:nvSpPr>
          <p:cNvPr id="12"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658800" y="2862000"/>
            <a:ext cx="3381424" cy="682238"/>
          </a:xfrm>
          <a:prstGeom prst="rect">
            <a:avLst/>
          </a:prstGeom>
        </p:spPr>
        <p:txBody>
          <a:bodyPr lIns="0" tIns="0" rIns="0" bIns="0" rtlCol="0">
            <a:spAutoFit/>
          </a:bodyPr>
          <a:lstStyle>
            <a:lvl1pPr marL="0" indent="0" algn="l">
              <a:lnSpc>
                <a:spcPct val="100000"/>
              </a:lnSpc>
              <a:buNone/>
              <a:defRPr lang="es-ES" sz="1200" b="0" i="0" cap="none" spc="100" baseline="0">
                <a:solidFill>
                  <a:srgbClr val="7F7F7F"/>
                </a:solidFill>
              </a:defRPr>
            </a:lvl1pPr>
          </a:lstStyle>
          <a:p>
            <a:pPr lvl="0" rtl="0"/>
            <a:r>
              <a:rPr lang="es-ES" dirty="0"/>
              <a:t>Haga clic para agregar una descripción de título</a:t>
            </a:r>
          </a:p>
          <a:p>
            <a:pPr lvl="0" rtl="0"/>
            <a:endParaRPr lang="es-ES" dirty="0"/>
          </a:p>
        </p:txBody>
      </p:sp>
      <p:sp>
        <p:nvSpPr>
          <p:cNvPr id="13" name="Marcador de texto 17">
            <a:extLst>
              <a:ext uri="{FF2B5EF4-FFF2-40B4-BE49-F238E27FC236}">
                <a16:creationId xmlns:a16="http://schemas.microsoft.com/office/drawing/2014/main" id="{CD0D4DC7-28EA-E67B-CE48-DB167CDC598E}"/>
              </a:ext>
            </a:extLst>
          </p:cNvPr>
          <p:cNvSpPr>
            <a:spLocks noGrp="1"/>
          </p:cNvSpPr>
          <p:nvPr>
            <p:ph type="body" sz="quarter" idx="35" hasCustomPrompt="1"/>
          </p:nvPr>
        </p:nvSpPr>
        <p:spPr>
          <a:xfrm>
            <a:off x="658801" y="1094400"/>
            <a:ext cx="3381424" cy="1012239"/>
          </a:xfrm>
          <a:prstGeom prst="rect">
            <a:avLst/>
          </a:prstGeom>
        </p:spPr>
        <p:txBody>
          <a:bodyPr lIns="0" tIns="0" rIns="0" bIns="0" rtlCol="0" anchor="t">
            <a:spAutoFit/>
          </a:bodyPr>
          <a:lstStyle>
            <a:lvl1pPr marL="0" indent="0" algn="l">
              <a:buNone/>
              <a:defRPr lang="es-ES" sz="3600" b="1" i="0" cap="all" spc="150" baseline="0">
                <a:solidFill>
                  <a:srgbClr val="464747"/>
                </a:solidFill>
                <a:latin typeface="Montserrat SemiBold" pitchFamily="2" charset="77"/>
              </a:defRPr>
            </a:lvl1pPr>
          </a:lstStyle>
          <a:p>
            <a:pPr lvl="0" rtl="0"/>
            <a:r>
              <a:rPr lang="es-ES" dirty="0"/>
              <a:t>agregar TÍTULO</a:t>
            </a:r>
          </a:p>
        </p:txBody>
      </p:sp>
    </p:spTree>
    <p:extLst>
      <p:ext uri="{BB962C8B-B14F-4D97-AF65-F5344CB8AC3E}">
        <p14:creationId xmlns:p14="http://schemas.microsoft.com/office/powerpoint/2010/main" val="670370871"/>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FOTOS con Texto">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6572515" y="1266291"/>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4" name="Marcador de posición de imagen 2">
            <a:extLst>
              <a:ext uri="{FF2B5EF4-FFF2-40B4-BE49-F238E27FC236}">
                <a16:creationId xmlns:a16="http://schemas.microsoft.com/office/drawing/2014/main" id="{CA37364F-5CFA-FBDE-115D-327BBCD796D3}"/>
              </a:ext>
            </a:extLst>
          </p:cNvPr>
          <p:cNvSpPr>
            <a:spLocks noGrp="1"/>
          </p:cNvSpPr>
          <p:nvPr>
            <p:ph type="pic" sz="quarter" idx="14" hasCustomPrompt="1"/>
          </p:nvPr>
        </p:nvSpPr>
        <p:spPr>
          <a:xfrm>
            <a:off x="5004000" y="1216800"/>
            <a:ext cx="3888000" cy="2214000"/>
          </a:xfrm>
          <a:prstGeom prst="rect">
            <a:avLst/>
          </a:prstGeom>
        </p:spPr>
        <p:txBody>
          <a:bodyPr lIns="576000" tIns="46800" rIns="576000" rtlCol="0" anchor="ctr">
            <a:normAutofit/>
          </a:bodyPr>
          <a:lstStyle>
            <a:lvl1pPr marL="0" indent="0" algn="ctr" rtl="0">
              <a:lnSpc>
                <a:spcPct val="120000"/>
              </a:lnSpc>
              <a:buNone/>
              <a:defRPr lang="es-ES" sz="1400" spc="200" baseline="0">
                <a:solidFill>
                  <a:srgbClr val="7C7C7C"/>
                </a:solidFill>
              </a:defRPr>
            </a:lvl1pPr>
          </a:lstStyle>
          <a:p>
            <a:pPr rtl="0"/>
            <a:r>
              <a:rPr lang="es-ES" dirty="0"/>
              <a:t>Haga clic para agregar una imagen</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658800" y="2170800"/>
            <a:ext cx="3381425" cy="447302"/>
          </a:xfrm>
          <a:prstGeom prst="rect">
            <a:avLst/>
          </a:prstGeom>
        </p:spPr>
        <p:txBody>
          <a:bodyPr lIns="0" tIns="0" rIns="0" bIns="0" rtlCol="0" anchor="t">
            <a:spAutoFit/>
          </a:bodyPr>
          <a:lstStyle>
            <a:lvl1pPr marL="0" indent="0" algn="l">
              <a:buNone/>
              <a:defRPr lang="es-ES" sz="1600" b="0" i="0" cap="none" spc="150" baseline="0">
                <a:solidFill>
                  <a:srgbClr val="7F7F7F"/>
                </a:solidFill>
                <a:latin typeface="Montserrat" pitchFamily="2" charset="77"/>
              </a:defRPr>
            </a:lvl1pPr>
          </a:lstStyle>
          <a:p>
            <a:pPr lvl="0" rtl="0"/>
            <a:r>
              <a:rPr lang="es-ES" dirty="0"/>
              <a:t>Haga clic para agregar subtítulo</a:t>
            </a:r>
          </a:p>
        </p:txBody>
      </p:sp>
      <p:sp>
        <p:nvSpPr>
          <p:cNvPr id="25"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658800" y="2862000"/>
            <a:ext cx="3381424" cy="682238"/>
          </a:xfrm>
          <a:prstGeom prst="rect">
            <a:avLst/>
          </a:prstGeom>
        </p:spPr>
        <p:txBody>
          <a:bodyPr lIns="0" tIns="0" rIns="0" bIns="0" rtlCol="0">
            <a:spAutoFit/>
          </a:bodyPr>
          <a:lstStyle>
            <a:lvl1pPr marL="0" indent="0" algn="l">
              <a:lnSpc>
                <a:spcPct val="100000"/>
              </a:lnSpc>
              <a:buNone/>
              <a:defRPr lang="es-ES" sz="1200" b="0" i="0" cap="none" spc="100" baseline="0">
                <a:solidFill>
                  <a:srgbClr val="7F7F7F"/>
                </a:solidFill>
              </a:defRPr>
            </a:lvl1pPr>
          </a:lstStyle>
          <a:p>
            <a:pPr lvl="0" rtl="0"/>
            <a:r>
              <a:rPr lang="es-ES" dirty="0"/>
              <a:t>Haga clic para agregar una descripción de título</a:t>
            </a:r>
          </a:p>
          <a:p>
            <a:pPr lvl="0" rtl="0"/>
            <a:endParaRPr lang="es-ES" dirty="0"/>
          </a:p>
        </p:txBody>
      </p:sp>
      <p:sp>
        <p:nvSpPr>
          <p:cNvPr id="2" name="Marcador de texto 17">
            <a:extLst>
              <a:ext uri="{FF2B5EF4-FFF2-40B4-BE49-F238E27FC236}">
                <a16:creationId xmlns:a16="http://schemas.microsoft.com/office/drawing/2014/main" id="{CD0D4DC7-28EA-E67B-CE48-DB167CDC598E}"/>
              </a:ext>
            </a:extLst>
          </p:cNvPr>
          <p:cNvSpPr>
            <a:spLocks noGrp="1"/>
          </p:cNvSpPr>
          <p:nvPr>
            <p:ph type="body" sz="quarter" idx="35" hasCustomPrompt="1"/>
          </p:nvPr>
        </p:nvSpPr>
        <p:spPr>
          <a:xfrm>
            <a:off x="658801" y="1094400"/>
            <a:ext cx="3381424" cy="1012239"/>
          </a:xfrm>
          <a:prstGeom prst="rect">
            <a:avLst/>
          </a:prstGeom>
        </p:spPr>
        <p:txBody>
          <a:bodyPr lIns="0" tIns="0" rIns="0" bIns="0" rtlCol="0" anchor="t">
            <a:spAutoFit/>
          </a:bodyPr>
          <a:lstStyle>
            <a:lvl1pPr marL="0" indent="0" algn="l">
              <a:buNone/>
              <a:defRPr lang="es-ES" sz="3600" b="1" i="0" cap="all" spc="150" baseline="0">
                <a:solidFill>
                  <a:srgbClr val="464747"/>
                </a:solidFill>
                <a:latin typeface="Montserrat SemiBold" pitchFamily="2" charset="77"/>
              </a:defRPr>
            </a:lvl1pPr>
          </a:lstStyle>
          <a:p>
            <a:pPr lvl="0" rtl="0"/>
            <a:r>
              <a:rPr lang="es-ES" dirty="0"/>
              <a:t>agregar TÍTULO</a:t>
            </a:r>
          </a:p>
        </p:txBody>
      </p:sp>
      <p:sp>
        <p:nvSpPr>
          <p:cNvPr id="11" name="Marcador de posición de imagen 2">
            <a:extLst>
              <a:ext uri="{FF2B5EF4-FFF2-40B4-BE49-F238E27FC236}">
                <a16:creationId xmlns:a16="http://schemas.microsoft.com/office/drawing/2014/main" id="{CA37364F-5CFA-FBDE-115D-327BBCD796D3}"/>
              </a:ext>
            </a:extLst>
          </p:cNvPr>
          <p:cNvSpPr>
            <a:spLocks noGrp="1"/>
          </p:cNvSpPr>
          <p:nvPr>
            <p:ph type="pic" sz="quarter" idx="37" hasCustomPrompt="1"/>
          </p:nvPr>
        </p:nvSpPr>
        <p:spPr>
          <a:xfrm>
            <a:off x="5004000" y="3585600"/>
            <a:ext cx="3888000" cy="2214000"/>
          </a:xfrm>
          <a:prstGeom prst="rect">
            <a:avLst/>
          </a:prstGeom>
        </p:spPr>
        <p:txBody>
          <a:bodyPr lIns="576000" tIns="46800" rIns="576000" rtlCol="0" anchor="ctr">
            <a:normAutofit/>
          </a:bodyPr>
          <a:lstStyle>
            <a:lvl1pPr marL="0" indent="0" algn="ctr" rtl="0">
              <a:lnSpc>
                <a:spcPct val="120000"/>
              </a:lnSpc>
              <a:buNone/>
              <a:defRPr lang="es-ES" sz="1400" spc="200" baseline="0">
                <a:solidFill>
                  <a:srgbClr val="7C7C7C"/>
                </a:solidFill>
              </a:defRPr>
            </a:lvl1pPr>
          </a:lstStyle>
          <a:p>
            <a:pPr rtl="0"/>
            <a:r>
              <a:rPr lang="es-ES" dirty="0"/>
              <a:t>Haga clic para agregar una imagen</a:t>
            </a:r>
          </a:p>
        </p:txBody>
      </p:sp>
      <p:sp>
        <p:nvSpPr>
          <p:cNvPr id="27" name="Rectángulo 26">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8" name="Rectángulo 27">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9"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2748363160"/>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FOTOS con Texto">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6572515" y="1266291"/>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4" name="Marcador de posición de imagen 2">
            <a:extLst>
              <a:ext uri="{FF2B5EF4-FFF2-40B4-BE49-F238E27FC236}">
                <a16:creationId xmlns:a16="http://schemas.microsoft.com/office/drawing/2014/main" id="{CA37364F-5CFA-FBDE-115D-327BBCD796D3}"/>
              </a:ext>
            </a:extLst>
          </p:cNvPr>
          <p:cNvSpPr>
            <a:spLocks noGrp="1"/>
          </p:cNvSpPr>
          <p:nvPr>
            <p:ph type="pic" sz="quarter" idx="14" hasCustomPrompt="1"/>
          </p:nvPr>
        </p:nvSpPr>
        <p:spPr>
          <a:xfrm>
            <a:off x="4669200" y="1008000"/>
            <a:ext cx="1965600" cy="2566800"/>
          </a:xfrm>
          <a:prstGeom prst="rect">
            <a:avLst/>
          </a:prstGeom>
        </p:spPr>
        <p:txBody>
          <a:bodyPr lIns="216000" rIns="216000" rtlCol="0" anchor="ctr">
            <a:normAutofit/>
          </a:bodyPr>
          <a:lstStyle>
            <a:lvl1pPr marL="0" indent="0" algn="ctr" rtl="0">
              <a:buNone/>
              <a:defRPr lang="es-ES" sz="1200" spc="200" baseline="0">
                <a:solidFill>
                  <a:srgbClr val="7C7C7C"/>
                </a:solidFill>
              </a:defRPr>
            </a:lvl1pPr>
          </a:lstStyle>
          <a:p>
            <a:pPr rtl="0"/>
            <a:r>
              <a:rPr lang="es-ES" dirty="0"/>
              <a:t>Haga clic para agregar una imagen</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658800" y="2171591"/>
            <a:ext cx="3381425" cy="447302"/>
          </a:xfrm>
          <a:prstGeom prst="rect">
            <a:avLst/>
          </a:prstGeom>
        </p:spPr>
        <p:txBody>
          <a:bodyPr lIns="0" tIns="0" rIns="0" bIns="0" rtlCol="0" anchor="t">
            <a:spAutoFit/>
          </a:bodyPr>
          <a:lstStyle>
            <a:lvl1pPr marL="0" indent="0" algn="l">
              <a:buNone/>
              <a:defRPr lang="es-ES" sz="1600" b="0" i="0" cap="none" spc="150" baseline="0">
                <a:solidFill>
                  <a:srgbClr val="7F7F7F"/>
                </a:solidFill>
                <a:latin typeface="Montserrat" pitchFamily="2" charset="77"/>
              </a:defRPr>
            </a:lvl1pPr>
          </a:lstStyle>
          <a:p>
            <a:pPr lvl="0" rtl="0"/>
            <a:r>
              <a:rPr lang="es-ES" dirty="0"/>
              <a:t>Haga clic para agregar subtítulo</a:t>
            </a:r>
          </a:p>
        </p:txBody>
      </p:sp>
      <p:sp>
        <p:nvSpPr>
          <p:cNvPr id="25"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658800" y="2860715"/>
            <a:ext cx="3381424" cy="682238"/>
          </a:xfrm>
          <a:prstGeom prst="rect">
            <a:avLst/>
          </a:prstGeom>
        </p:spPr>
        <p:txBody>
          <a:bodyPr lIns="0" tIns="0" rIns="0" bIns="0" rtlCol="0">
            <a:spAutoFit/>
          </a:bodyPr>
          <a:lstStyle>
            <a:lvl1pPr marL="0" indent="0" algn="l">
              <a:lnSpc>
                <a:spcPct val="100000"/>
              </a:lnSpc>
              <a:buNone/>
              <a:defRPr lang="es-ES" sz="1200" b="0" i="0" cap="none" spc="100" baseline="0">
                <a:solidFill>
                  <a:srgbClr val="7F7F7F"/>
                </a:solidFill>
              </a:defRPr>
            </a:lvl1pPr>
          </a:lstStyle>
          <a:p>
            <a:pPr lvl="0" rtl="0"/>
            <a:r>
              <a:rPr lang="es-ES" dirty="0"/>
              <a:t>Haga clic para agregar una descripción de título</a:t>
            </a:r>
          </a:p>
          <a:p>
            <a:pPr lvl="0" rtl="0"/>
            <a:endParaRPr lang="es-ES" dirty="0"/>
          </a:p>
        </p:txBody>
      </p:sp>
      <p:sp>
        <p:nvSpPr>
          <p:cNvPr id="2" name="Marcador de texto 17">
            <a:extLst>
              <a:ext uri="{FF2B5EF4-FFF2-40B4-BE49-F238E27FC236}">
                <a16:creationId xmlns:a16="http://schemas.microsoft.com/office/drawing/2014/main" id="{CD0D4DC7-28EA-E67B-CE48-DB167CDC598E}"/>
              </a:ext>
            </a:extLst>
          </p:cNvPr>
          <p:cNvSpPr>
            <a:spLocks noGrp="1"/>
          </p:cNvSpPr>
          <p:nvPr>
            <p:ph type="body" sz="quarter" idx="35" hasCustomPrompt="1"/>
          </p:nvPr>
        </p:nvSpPr>
        <p:spPr>
          <a:xfrm>
            <a:off x="658801" y="1095839"/>
            <a:ext cx="3381424" cy="1012239"/>
          </a:xfrm>
          <a:prstGeom prst="rect">
            <a:avLst/>
          </a:prstGeom>
        </p:spPr>
        <p:txBody>
          <a:bodyPr lIns="0" tIns="0" rIns="0" bIns="0" rtlCol="0" anchor="t">
            <a:spAutoFit/>
          </a:bodyPr>
          <a:lstStyle>
            <a:lvl1pPr marL="0" indent="0" algn="l">
              <a:buNone/>
              <a:defRPr lang="es-ES" sz="3600" b="1" i="0" cap="all" spc="150" baseline="0">
                <a:solidFill>
                  <a:srgbClr val="464747"/>
                </a:solidFill>
                <a:latin typeface="Montserrat SemiBold" pitchFamily="2" charset="77"/>
              </a:defRPr>
            </a:lvl1pPr>
          </a:lstStyle>
          <a:p>
            <a:pPr lvl="0" rtl="0"/>
            <a:r>
              <a:rPr lang="es-ES" dirty="0"/>
              <a:t>agregar TÍTULO</a:t>
            </a:r>
          </a:p>
        </p:txBody>
      </p:sp>
      <p:sp>
        <p:nvSpPr>
          <p:cNvPr id="18" name="Marcador de posición de imagen 2">
            <a:extLst>
              <a:ext uri="{FF2B5EF4-FFF2-40B4-BE49-F238E27FC236}">
                <a16:creationId xmlns:a16="http://schemas.microsoft.com/office/drawing/2014/main" id="{CA37364F-5CFA-FBDE-115D-327BBCD796D3}"/>
              </a:ext>
            </a:extLst>
          </p:cNvPr>
          <p:cNvSpPr>
            <a:spLocks noGrp="1"/>
          </p:cNvSpPr>
          <p:nvPr>
            <p:ph type="pic" sz="quarter" idx="41" hasCustomPrompt="1"/>
          </p:nvPr>
        </p:nvSpPr>
        <p:spPr>
          <a:xfrm>
            <a:off x="6840000" y="3852621"/>
            <a:ext cx="1965600" cy="2566800"/>
          </a:xfrm>
          <a:prstGeom prst="rect">
            <a:avLst/>
          </a:prstGeom>
        </p:spPr>
        <p:txBody>
          <a:bodyPr lIns="216000" rIns="216000" rtlCol="0" anchor="ctr">
            <a:normAutofit/>
          </a:bodyPr>
          <a:lstStyle>
            <a:lvl1pPr marL="0" indent="0" algn="ctr" rtl="0">
              <a:buNone/>
              <a:defRPr lang="es-ES" sz="1200" spc="200" baseline="0">
                <a:solidFill>
                  <a:srgbClr val="7C7C7C"/>
                </a:solidFill>
              </a:defRPr>
            </a:lvl1pPr>
          </a:lstStyle>
          <a:p>
            <a:pPr rtl="0"/>
            <a:r>
              <a:rPr lang="es-ES" dirty="0"/>
              <a:t>Haga clic para agregar una imagen</a:t>
            </a:r>
          </a:p>
        </p:txBody>
      </p:sp>
      <p:sp>
        <p:nvSpPr>
          <p:cNvPr id="17" name="Marcador de posición de imagen 2">
            <a:extLst>
              <a:ext uri="{FF2B5EF4-FFF2-40B4-BE49-F238E27FC236}">
                <a16:creationId xmlns:a16="http://schemas.microsoft.com/office/drawing/2014/main" id="{CA37364F-5CFA-FBDE-115D-327BBCD796D3}"/>
              </a:ext>
            </a:extLst>
          </p:cNvPr>
          <p:cNvSpPr>
            <a:spLocks noGrp="1"/>
          </p:cNvSpPr>
          <p:nvPr>
            <p:ph type="pic" sz="quarter" idx="40" hasCustomPrompt="1"/>
          </p:nvPr>
        </p:nvSpPr>
        <p:spPr>
          <a:xfrm>
            <a:off x="4669200" y="3852621"/>
            <a:ext cx="1965600" cy="2566800"/>
          </a:xfrm>
          <a:prstGeom prst="rect">
            <a:avLst/>
          </a:prstGeom>
        </p:spPr>
        <p:txBody>
          <a:bodyPr lIns="216000" tIns="374400" rIns="216000" rtlCol="0" anchor="t">
            <a:normAutofit/>
          </a:bodyPr>
          <a:lstStyle>
            <a:lvl1pPr marL="0" indent="0" algn="ctr" rtl="0">
              <a:buNone/>
              <a:defRPr lang="es-ES" sz="1200" spc="200" baseline="0">
                <a:solidFill>
                  <a:srgbClr val="7C7C7C"/>
                </a:solidFill>
              </a:defRPr>
            </a:lvl1pPr>
          </a:lstStyle>
          <a:p>
            <a:pPr rtl="0"/>
            <a:r>
              <a:rPr lang="es-ES" dirty="0"/>
              <a:t>Haga clic para agregar una imagen</a:t>
            </a:r>
          </a:p>
        </p:txBody>
      </p:sp>
      <p:sp>
        <p:nvSpPr>
          <p:cNvPr id="14" name="Marcador de texto 11">
            <a:extLst>
              <a:ext uri="{FF2B5EF4-FFF2-40B4-BE49-F238E27FC236}">
                <a16:creationId xmlns:a16="http://schemas.microsoft.com/office/drawing/2014/main" id="{E067E1CE-05F3-3CBB-CFD4-BD8C78B7DDD2}"/>
              </a:ext>
            </a:extLst>
          </p:cNvPr>
          <p:cNvSpPr>
            <a:spLocks noGrp="1"/>
          </p:cNvSpPr>
          <p:nvPr>
            <p:ph type="body" sz="quarter" idx="16" hasCustomPrompt="1"/>
          </p:nvPr>
        </p:nvSpPr>
        <p:spPr>
          <a:xfrm>
            <a:off x="4669200" y="5154425"/>
            <a:ext cx="1965600" cy="1268867"/>
          </a:xfrm>
          <a:prstGeom prst="rect">
            <a:avLst/>
          </a:prstGeom>
          <a:gradFill flip="none" rotWithShape="1">
            <a:gsLst>
              <a:gs pos="0">
                <a:schemeClr val="accent1">
                  <a:lumMod val="89000"/>
                  <a:alpha val="88000"/>
                </a:schemeClr>
              </a:gs>
              <a:gs pos="23000">
                <a:schemeClr val="accent1">
                  <a:lumMod val="89000"/>
                  <a:alpha val="88000"/>
                </a:schemeClr>
              </a:gs>
              <a:gs pos="68000">
                <a:schemeClr val="accent1">
                  <a:lumMod val="75000"/>
                  <a:alpha val="87000"/>
                </a:schemeClr>
              </a:gs>
              <a:gs pos="97000">
                <a:schemeClr val="accent1">
                  <a:lumMod val="70000"/>
                  <a:alpha val="88000"/>
                </a:schemeClr>
              </a:gs>
            </a:gsLst>
            <a:path path="circle">
              <a:fillToRect l="50000" t="50000" r="50000" b="50000"/>
            </a:path>
            <a:tileRect/>
          </a:gradFill>
          <a:ln>
            <a:noFill/>
          </a:ln>
        </p:spPr>
        <p:txBody>
          <a:bodyPr lIns="432000" tIns="72000" rIns="432000" bIns="72000" rtlCol="0" anchor="ctr">
            <a:normAutofit/>
          </a:bodyPr>
          <a:lstStyle>
            <a:lvl1pPr marL="0" indent="0" algn="ctr">
              <a:buNone/>
              <a:defRPr lang="es-ES" sz="1200" i="0" cap="none" spc="200" baseline="0">
                <a:solidFill>
                  <a:schemeClr val="bg1"/>
                </a:solidFill>
                <a:latin typeface="Montserrat" pitchFamily="2" charset="77"/>
              </a:defRPr>
            </a:lvl1pPr>
          </a:lstStyle>
          <a:p>
            <a:pPr lvl="0" rtl="0"/>
            <a:r>
              <a:rPr lang="es-ES" dirty="0"/>
              <a:t>Haga clic para agregar un título</a:t>
            </a:r>
          </a:p>
        </p:txBody>
      </p:sp>
      <p:sp>
        <p:nvSpPr>
          <p:cNvPr id="16" name="Marcador de posición de imagen 2">
            <a:extLst>
              <a:ext uri="{FF2B5EF4-FFF2-40B4-BE49-F238E27FC236}">
                <a16:creationId xmlns:a16="http://schemas.microsoft.com/office/drawing/2014/main" id="{CA37364F-5CFA-FBDE-115D-327BBCD796D3}"/>
              </a:ext>
            </a:extLst>
          </p:cNvPr>
          <p:cNvSpPr>
            <a:spLocks noGrp="1"/>
          </p:cNvSpPr>
          <p:nvPr>
            <p:ph type="pic" sz="quarter" idx="39" hasCustomPrompt="1"/>
          </p:nvPr>
        </p:nvSpPr>
        <p:spPr>
          <a:xfrm>
            <a:off x="6840000" y="1008000"/>
            <a:ext cx="1965600" cy="2566800"/>
          </a:xfrm>
          <a:prstGeom prst="rect">
            <a:avLst/>
          </a:prstGeom>
        </p:spPr>
        <p:txBody>
          <a:bodyPr lIns="216000" rIns="216000" rtlCol="0" anchor="ctr">
            <a:normAutofit/>
          </a:bodyPr>
          <a:lstStyle>
            <a:lvl1pPr marL="0" indent="0" algn="ctr" rtl="0">
              <a:buNone/>
              <a:defRPr lang="es-ES" sz="1200" spc="200" baseline="0">
                <a:solidFill>
                  <a:srgbClr val="7C7C7C"/>
                </a:solidFill>
              </a:defRPr>
            </a:lvl1pPr>
          </a:lstStyle>
          <a:p>
            <a:pPr rtl="0"/>
            <a:r>
              <a:rPr lang="es-ES" dirty="0"/>
              <a:t>Haga clic para agregar una imagen</a:t>
            </a:r>
          </a:p>
        </p:txBody>
      </p:sp>
      <p:sp>
        <p:nvSpPr>
          <p:cNvPr id="34" name="Rectángulo 33">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35" name="Rectángulo 34">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36"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301153948"/>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áfico SmartArt con texto">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25" name="Marcador de SmartArt 24">
            <a:extLst>
              <a:ext uri="{FF2B5EF4-FFF2-40B4-BE49-F238E27FC236}">
                <a16:creationId xmlns:a16="http://schemas.microsoft.com/office/drawing/2014/main" id="{76AD4C4E-4A46-5B0E-CDD2-4EFA36B4FB6A}"/>
              </a:ext>
            </a:extLst>
          </p:cNvPr>
          <p:cNvSpPr>
            <a:spLocks noGrp="1"/>
          </p:cNvSpPr>
          <p:nvPr>
            <p:ph type="dgm" sz="quarter" idx="10" hasCustomPrompt="1"/>
          </p:nvPr>
        </p:nvSpPr>
        <p:spPr>
          <a:xfrm>
            <a:off x="4464049" y="1098550"/>
            <a:ext cx="4384675" cy="5191125"/>
          </a:xfrm>
        </p:spPr>
        <p:txBody>
          <a:bodyPr lIns="288000" rIns="288000" anchor="ctr">
            <a:normAutofit/>
          </a:bodyPr>
          <a:lstStyle>
            <a:lvl1pPr marL="0" indent="0" algn="ctr">
              <a:buNone/>
              <a:defRPr sz="1200">
                <a:solidFill>
                  <a:srgbClr val="7C7C7C"/>
                </a:solidFill>
              </a:defRPr>
            </a:lvl1pPr>
          </a:lstStyle>
          <a:p>
            <a:r>
              <a:rPr lang="es-ES" dirty="0"/>
              <a:t>Insertar elemento gráfico SmartArt</a:t>
            </a:r>
          </a:p>
        </p:txBody>
      </p:sp>
      <p:sp>
        <p:nvSpPr>
          <p:cNvPr id="26" name="Marcador de texto 17">
            <a:extLst>
              <a:ext uri="{FF2B5EF4-FFF2-40B4-BE49-F238E27FC236}">
                <a16:creationId xmlns:a16="http://schemas.microsoft.com/office/drawing/2014/main" id="{88200DBC-84FE-5D9C-1B77-390356BFC7D7}"/>
              </a:ext>
            </a:extLst>
          </p:cNvPr>
          <p:cNvSpPr>
            <a:spLocks noGrp="1"/>
          </p:cNvSpPr>
          <p:nvPr>
            <p:ph type="body" sz="quarter" idx="27" hasCustomPrompt="1"/>
          </p:nvPr>
        </p:nvSpPr>
        <p:spPr>
          <a:xfrm>
            <a:off x="658800" y="2170800"/>
            <a:ext cx="3381425" cy="447302"/>
          </a:xfrm>
          <a:prstGeom prst="rect">
            <a:avLst/>
          </a:prstGeom>
        </p:spPr>
        <p:txBody>
          <a:bodyPr lIns="0" tIns="0" rIns="0" bIns="0" rtlCol="0" anchor="t">
            <a:spAutoFit/>
          </a:bodyPr>
          <a:lstStyle>
            <a:lvl1pPr marL="0" indent="0" algn="l">
              <a:buNone/>
              <a:defRPr lang="es-ES" sz="1600" b="0" i="0" cap="none" spc="150" baseline="0">
                <a:solidFill>
                  <a:srgbClr val="7F7F7F"/>
                </a:solidFill>
                <a:latin typeface="Montserrat" pitchFamily="2" charset="77"/>
              </a:defRPr>
            </a:lvl1pPr>
          </a:lstStyle>
          <a:p>
            <a:pPr lvl="0" rtl="0"/>
            <a:r>
              <a:rPr lang="es-ES" dirty="0"/>
              <a:t>Haga clic para agregar subtítulo</a:t>
            </a:r>
          </a:p>
        </p:txBody>
      </p:sp>
      <p:sp>
        <p:nvSpPr>
          <p:cNvPr id="27" name="Marcador de texto 17">
            <a:extLst>
              <a:ext uri="{FF2B5EF4-FFF2-40B4-BE49-F238E27FC236}">
                <a16:creationId xmlns:a16="http://schemas.microsoft.com/office/drawing/2014/main" id="{1C2E79A8-AE62-BE30-5739-C86EE00360CC}"/>
              </a:ext>
            </a:extLst>
          </p:cNvPr>
          <p:cNvSpPr>
            <a:spLocks noGrp="1"/>
          </p:cNvSpPr>
          <p:nvPr>
            <p:ph type="body" sz="quarter" idx="28" hasCustomPrompt="1"/>
          </p:nvPr>
        </p:nvSpPr>
        <p:spPr>
          <a:xfrm>
            <a:off x="658800" y="2861590"/>
            <a:ext cx="3381424" cy="682238"/>
          </a:xfrm>
          <a:prstGeom prst="rect">
            <a:avLst/>
          </a:prstGeom>
        </p:spPr>
        <p:txBody>
          <a:bodyPr lIns="0" tIns="0" rIns="0" bIns="0" rtlCol="0">
            <a:spAutoFit/>
          </a:bodyPr>
          <a:lstStyle>
            <a:lvl1pPr marL="0" indent="0" algn="l">
              <a:lnSpc>
                <a:spcPct val="100000"/>
              </a:lnSpc>
              <a:buNone/>
              <a:defRPr lang="es-ES" sz="1200" b="0" i="0" cap="none" spc="100" baseline="0">
                <a:solidFill>
                  <a:srgbClr val="7F7F7F"/>
                </a:solidFill>
              </a:defRPr>
            </a:lvl1pPr>
          </a:lstStyle>
          <a:p>
            <a:pPr lvl="0" rtl="0"/>
            <a:r>
              <a:rPr lang="es-ES" dirty="0"/>
              <a:t>Haga clic para agregar una descripción de título</a:t>
            </a:r>
          </a:p>
          <a:p>
            <a:pPr lvl="0" rtl="0"/>
            <a:endParaRPr lang="es-ES" dirty="0"/>
          </a:p>
        </p:txBody>
      </p:sp>
      <p:sp>
        <p:nvSpPr>
          <p:cNvPr id="28" name="Marcador de texto 17">
            <a:extLst>
              <a:ext uri="{FF2B5EF4-FFF2-40B4-BE49-F238E27FC236}">
                <a16:creationId xmlns:a16="http://schemas.microsoft.com/office/drawing/2014/main" id="{0F781AF8-9E23-F38E-9875-1C3EA95D7290}"/>
              </a:ext>
            </a:extLst>
          </p:cNvPr>
          <p:cNvSpPr>
            <a:spLocks noGrp="1"/>
          </p:cNvSpPr>
          <p:nvPr>
            <p:ph type="body" sz="quarter" idx="35" hasCustomPrompt="1"/>
          </p:nvPr>
        </p:nvSpPr>
        <p:spPr>
          <a:xfrm>
            <a:off x="658801" y="1094400"/>
            <a:ext cx="3381424" cy="1012239"/>
          </a:xfrm>
          <a:prstGeom prst="rect">
            <a:avLst/>
          </a:prstGeom>
        </p:spPr>
        <p:txBody>
          <a:bodyPr lIns="0" tIns="0" rIns="0" bIns="0" rtlCol="0" anchor="t">
            <a:spAutoFit/>
          </a:bodyPr>
          <a:lstStyle>
            <a:lvl1pPr marL="0" indent="0" algn="l">
              <a:buNone/>
              <a:defRPr lang="es-ES" sz="3600" b="1" i="0" cap="all" spc="150" baseline="0">
                <a:solidFill>
                  <a:srgbClr val="464747"/>
                </a:solidFill>
                <a:latin typeface="Montserrat SemiBold" pitchFamily="2" charset="77"/>
              </a:defRPr>
            </a:lvl1pPr>
          </a:lstStyle>
          <a:p>
            <a:pPr lvl="0" rtl="0"/>
            <a:r>
              <a:rPr lang="es-ES" dirty="0"/>
              <a:t>agregar TÍTULO</a:t>
            </a:r>
          </a:p>
        </p:txBody>
      </p:sp>
      <p:sp>
        <p:nvSpPr>
          <p:cNvPr id="18" name="Rectángulo 17">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19" name="Rectángulo 18">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0"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2709751037"/>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o con contenido multimedia">
    <p:spTree>
      <p:nvGrpSpPr>
        <p:cNvPr id="1" name=""/>
        <p:cNvGrpSpPr/>
        <p:nvPr/>
      </p:nvGrpSpPr>
      <p:grpSpPr>
        <a:xfrm>
          <a:off x="0" y="0"/>
          <a:ext cx="0" cy="0"/>
          <a:chOff x="0" y="0"/>
          <a:chExt cx="0" cy="0"/>
        </a:xfrm>
      </p:grpSpPr>
      <p:sp>
        <p:nvSpPr>
          <p:cNvPr id="6" name="The About…">
            <a:extLst>
              <a:ext uri="{FF2B5EF4-FFF2-40B4-BE49-F238E27FC236}">
                <a16:creationId xmlns:a16="http://schemas.microsoft.com/office/drawing/2014/main" id="{53215FDE-E9BE-FA41-B52C-959E9D4E6695}"/>
              </a:ext>
            </a:extLst>
          </p:cNvPr>
          <p:cNvSpPr txBox="1"/>
          <p:nvPr/>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11" name="Marcador de texto 17">
            <a:extLst>
              <a:ext uri="{FF2B5EF4-FFF2-40B4-BE49-F238E27FC236}">
                <a16:creationId xmlns:a16="http://schemas.microsoft.com/office/drawing/2014/main" id="{88200DBC-84FE-5D9C-1B77-390356BFC7D7}"/>
              </a:ext>
            </a:extLst>
          </p:cNvPr>
          <p:cNvSpPr>
            <a:spLocks noGrp="1"/>
          </p:cNvSpPr>
          <p:nvPr>
            <p:ph type="body" sz="quarter" idx="27" hasCustomPrompt="1"/>
          </p:nvPr>
        </p:nvSpPr>
        <p:spPr>
          <a:xfrm>
            <a:off x="658800" y="2170800"/>
            <a:ext cx="3381425" cy="447302"/>
          </a:xfrm>
          <a:prstGeom prst="rect">
            <a:avLst/>
          </a:prstGeom>
        </p:spPr>
        <p:txBody>
          <a:bodyPr lIns="0" tIns="0" rIns="0" bIns="0" rtlCol="0" anchor="t">
            <a:spAutoFit/>
          </a:bodyPr>
          <a:lstStyle>
            <a:lvl1pPr marL="0" indent="0" algn="l">
              <a:buNone/>
              <a:defRPr lang="es-ES" sz="1600" b="0" i="0" cap="none" spc="150" baseline="0">
                <a:solidFill>
                  <a:srgbClr val="7F7F7F"/>
                </a:solidFill>
                <a:latin typeface="Montserrat" pitchFamily="2" charset="77"/>
              </a:defRPr>
            </a:lvl1pPr>
          </a:lstStyle>
          <a:p>
            <a:pPr lvl="0" rtl="0"/>
            <a:r>
              <a:rPr lang="es-ES" dirty="0"/>
              <a:t>Haga clic para agregar subtítulo</a:t>
            </a:r>
          </a:p>
        </p:txBody>
      </p:sp>
      <p:sp>
        <p:nvSpPr>
          <p:cNvPr id="13" name="Marcador de texto 17">
            <a:extLst>
              <a:ext uri="{FF2B5EF4-FFF2-40B4-BE49-F238E27FC236}">
                <a16:creationId xmlns:a16="http://schemas.microsoft.com/office/drawing/2014/main" id="{0F781AF8-9E23-F38E-9875-1C3EA95D7290}"/>
              </a:ext>
            </a:extLst>
          </p:cNvPr>
          <p:cNvSpPr>
            <a:spLocks noGrp="1"/>
          </p:cNvSpPr>
          <p:nvPr>
            <p:ph type="body" sz="quarter" idx="35" hasCustomPrompt="1"/>
          </p:nvPr>
        </p:nvSpPr>
        <p:spPr>
          <a:xfrm>
            <a:off x="658801" y="1094400"/>
            <a:ext cx="3381424" cy="1012239"/>
          </a:xfrm>
          <a:prstGeom prst="rect">
            <a:avLst/>
          </a:prstGeom>
        </p:spPr>
        <p:txBody>
          <a:bodyPr lIns="0" tIns="0" rIns="0" bIns="0" rtlCol="0" anchor="t">
            <a:spAutoFit/>
          </a:bodyPr>
          <a:lstStyle>
            <a:lvl1pPr marL="0" indent="0" algn="l">
              <a:buNone/>
              <a:defRPr lang="es-ES" sz="3600" b="1" i="0" cap="all" spc="150" baseline="0">
                <a:solidFill>
                  <a:srgbClr val="464747"/>
                </a:solidFill>
                <a:latin typeface="Montserrat SemiBold" pitchFamily="2" charset="77"/>
              </a:defRPr>
            </a:lvl1pPr>
          </a:lstStyle>
          <a:p>
            <a:pPr lvl="0" rtl="0"/>
            <a:r>
              <a:rPr lang="es-ES" dirty="0"/>
              <a:t>agregar TÍTULO</a:t>
            </a:r>
          </a:p>
        </p:txBody>
      </p:sp>
      <p:sp>
        <p:nvSpPr>
          <p:cNvPr id="15" name="Marcador de contenido 14"/>
          <p:cNvSpPr>
            <a:spLocks noGrp="1"/>
          </p:cNvSpPr>
          <p:nvPr>
            <p:ph sz="quarter" idx="36" hasCustomPrompt="1"/>
          </p:nvPr>
        </p:nvSpPr>
        <p:spPr>
          <a:xfrm>
            <a:off x="4464049" y="1098549"/>
            <a:ext cx="4384675" cy="5191125"/>
          </a:xfrm>
        </p:spPr>
        <p:txBody>
          <a:bodyPr tIns="982800">
            <a:normAutofit/>
          </a:bodyPr>
          <a:lstStyle>
            <a:lvl1pPr marL="0" indent="0" algn="ctr">
              <a:buNone/>
              <a:defRPr sz="1200" baseline="0">
                <a:solidFill>
                  <a:srgbClr val="D0D0D0"/>
                </a:solidFill>
              </a:defRPr>
            </a:lvl1pPr>
          </a:lstStyle>
          <a:p>
            <a:r>
              <a:rPr lang="es-ES" dirty="0"/>
              <a:t>Haga clic para Insertar contenido</a:t>
            </a:r>
          </a:p>
        </p:txBody>
      </p:sp>
      <p:sp>
        <p:nvSpPr>
          <p:cNvPr id="14" name="The About…">
            <a:extLst>
              <a:ext uri="{FF2B5EF4-FFF2-40B4-BE49-F238E27FC236}">
                <a16:creationId xmlns:a16="http://schemas.microsoft.com/office/drawing/2014/main" id="{53215FDE-E9BE-FA41-B52C-959E9D4E6695}"/>
              </a:ext>
            </a:extLst>
          </p:cNvPr>
          <p:cNvSpPr txBox="1"/>
          <p:nvPr userDrawn="1"/>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22" name="Rectángulo 21">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3" name="Rectángulo 22">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4" name="Marcador de texto 22">
            <a:extLst>
              <a:ext uri="{FF2B5EF4-FFF2-40B4-BE49-F238E27FC236}">
                <a16:creationId xmlns:a16="http://schemas.microsoft.com/office/drawing/2014/main" id="{845B9658-E538-5E40-B3FF-3D6451C5BF5D}"/>
              </a:ext>
            </a:extLst>
          </p:cNvPr>
          <p:cNvSpPr>
            <a:spLocks noGrp="1"/>
          </p:cNvSpPr>
          <p:nvPr>
            <p:ph type="body" sz="quarter" idx="37"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16" name="Marcador de texto 17">
            <a:extLst>
              <a:ext uri="{FF2B5EF4-FFF2-40B4-BE49-F238E27FC236}">
                <a16:creationId xmlns:a16="http://schemas.microsoft.com/office/drawing/2014/main" id="{1C2E79A8-AE62-BE30-5739-C86EE00360CC}"/>
              </a:ext>
            </a:extLst>
          </p:cNvPr>
          <p:cNvSpPr>
            <a:spLocks noGrp="1"/>
          </p:cNvSpPr>
          <p:nvPr>
            <p:ph type="body" sz="quarter" idx="28" hasCustomPrompt="1"/>
          </p:nvPr>
        </p:nvSpPr>
        <p:spPr>
          <a:xfrm>
            <a:off x="658800" y="2861590"/>
            <a:ext cx="3381424" cy="682238"/>
          </a:xfrm>
          <a:prstGeom prst="rect">
            <a:avLst/>
          </a:prstGeom>
        </p:spPr>
        <p:txBody>
          <a:bodyPr lIns="0" tIns="0" rIns="0" bIns="0" rtlCol="0">
            <a:spAutoFit/>
          </a:bodyPr>
          <a:lstStyle>
            <a:lvl1pPr marL="0" indent="0" algn="l">
              <a:lnSpc>
                <a:spcPct val="100000"/>
              </a:lnSpc>
              <a:buNone/>
              <a:defRPr lang="es-ES" sz="1200" b="0" i="0" cap="none" spc="100" baseline="0">
                <a:solidFill>
                  <a:srgbClr val="7F7F7F"/>
                </a:solidFill>
              </a:defRPr>
            </a:lvl1pPr>
          </a:lstStyle>
          <a:p>
            <a:pPr lvl="0" rtl="0"/>
            <a:r>
              <a:rPr lang="es-ES" dirty="0"/>
              <a:t>Haga clic para agregar una descripción de título</a:t>
            </a:r>
          </a:p>
          <a:p>
            <a:pPr lvl="0" rtl="0"/>
            <a:endParaRPr lang="es-ES" dirty="0"/>
          </a:p>
        </p:txBody>
      </p:sp>
    </p:spTree>
    <p:extLst>
      <p:ext uri="{BB962C8B-B14F-4D97-AF65-F5344CB8AC3E}">
        <p14:creationId xmlns:p14="http://schemas.microsoft.com/office/powerpoint/2010/main" val="10264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ENDARIO editable">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6572515" y="1266291"/>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22" name="Marcador de texto 22">
            <a:extLst>
              <a:ext uri="{FF2B5EF4-FFF2-40B4-BE49-F238E27FC236}">
                <a16:creationId xmlns:a16="http://schemas.microsoft.com/office/drawing/2014/main" id="{16079219-2EDC-73EC-67FB-6B31647D733B}"/>
              </a:ext>
            </a:extLst>
          </p:cNvPr>
          <p:cNvSpPr>
            <a:spLocks noGrp="1"/>
          </p:cNvSpPr>
          <p:nvPr>
            <p:ph type="body" sz="quarter" idx="21" hasCustomPrompt="1"/>
          </p:nvPr>
        </p:nvSpPr>
        <p:spPr>
          <a:xfrm>
            <a:off x="6418019" y="2071593"/>
            <a:ext cx="2251564" cy="498496"/>
          </a:xfrm>
          <a:prstGeom prst="rect">
            <a:avLst/>
          </a:prstGeom>
        </p:spPr>
        <p:txBody>
          <a:bodyPr rtlCol="0" anchor="b">
            <a:normAutofit/>
          </a:bodyPr>
          <a:lstStyle>
            <a:lvl1pPr marL="0" indent="0" algn="ctr">
              <a:buNone/>
              <a:defRPr lang="es-ES" sz="1400" cap="all" baseline="0">
                <a:solidFill>
                  <a:schemeClr val="accent5">
                    <a:lumMod val="75000"/>
                  </a:schemeClr>
                </a:solidFill>
                <a:latin typeface="Montserrat" pitchFamily="2" charset="77"/>
              </a:defRPr>
            </a:lvl1pPr>
          </a:lstStyle>
          <a:p>
            <a:pPr lvl="0" rtl="0"/>
            <a:r>
              <a:rPr lang="es-ES" dirty="0"/>
              <a:t>Día Mes</a:t>
            </a:r>
          </a:p>
        </p:txBody>
      </p:sp>
      <p:sp>
        <p:nvSpPr>
          <p:cNvPr id="23" name="Marcador de texto 22">
            <a:extLst>
              <a:ext uri="{FF2B5EF4-FFF2-40B4-BE49-F238E27FC236}">
                <a16:creationId xmlns:a16="http://schemas.microsoft.com/office/drawing/2014/main" id="{D312D3C3-6729-03B8-31BA-AF0B634F3C77}"/>
              </a:ext>
            </a:extLst>
          </p:cNvPr>
          <p:cNvSpPr>
            <a:spLocks noGrp="1"/>
          </p:cNvSpPr>
          <p:nvPr>
            <p:ph type="body" sz="quarter" idx="22" hasCustomPrompt="1"/>
          </p:nvPr>
        </p:nvSpPr>
        <p:spPr>
          <a:xfrm>
            <a:off x="6418019" y="2579079"/>
            <a:ext cx="2251564" cy="412657"/>
          </a:xfrm>
          <a:prstGeom prst="rect">
            <a:avLst/>
          </a:prstGeom>
        </p:spPr>
        <p:txBody>
          <a:bodyPr rtlCol="0" anchor="t">
            <a:normAutofit/>
          </a:bodyPr>
          <a:lstStyle>
            <a:lvl1pPr marL="0" indent="0" algn="ctr">
              <a:lnSpc>
                <a:spcPct val="114000"/>
              </a:lnSpc>
              <a:spcBef>
                <a:spcPts val="0"/>
              </a:spcBef>
              <a:buNone/>
              <a:defRPr lang="es-ES" sz="1200" spc="50" baseline="0">
                <a:solidFill>
                  <a:schemeClr val="accent5">
                    <a:lumMod val="75000"/>
                  </a:schemeClr>
                </a:solidFill>
              </a:defRPr>
            </a:lvl1pPr>
          </a:lstStyle>
          <a:p>
            <a:pPr lvl="0" rtl="0"/>
            <a:r>
              <a:rPr lang="es-ES" dirty="0"/>
              <a:t>Agregar texto</a:t>
            </a:r>
          </a:p>
        </p:txBody>
      </p:sp>
      <p:sp>
        <p:nvSpPr>
          <p:cNvPr id="26" name="Marcador de texto 22">
            <a:extLst>
              <a:ext uri="{FF2B5EF4-FFF2-40B4-BE49-F238E27FC236}">
                <a16:creationId xmlns:a16="http://schemas.microsoft.com/office/drawing/2014/main" id="{41F5020A-CD70-6D1F-B43F-0EC1C1C9BD3D}"/>
              </a:ext>
            </a:extLst>
          </p:cNvPr>
          <p:cNvSpPr>
            <a:spLocks noGrp="1"/>
          </p:cNvSpPr>
          <p:nvPr>
            <p:ph type="body" sz="quarter" idx="23" hasCustomPrompt="1"/>
          </p:nvPr>
        </p:nvSpPr>
        <p:spPr>
          <a:xfrm>
            <a:off x="1368262" y="32045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31</a:t>
            </a:r>
          </a:p>
        </p:txBody>
      </p:sp>
      <p:sp>
        <p:nvSpPr>
          <p:cNvPr id="27" name="Marcador de texto 22">
            <a:extLst>
              <a:ext uri="{FF2B5EF4-FFF2-40B4-BE49-F238E27FC236}">
                <a16:creationId xmlns:a16="http://schemas.microsoft.com/office/drawing/2014/main" id="{BB97BB76-02C9-1573-70C9-D7D9229B691E}"/>
              </a:ext>
            </a:extLst>
          </p:cNvPr>
          <p:cNvSpPr>
            <a:spLocks noGrp="1"/>
          </p:cNvSpPr>
          <p:nvPr>
            <p:ph type="body" sz="quarter" idx="24" hasCustomPrompt="1"/>
          </p:nvPr>
        </p:nvSpPr>
        <p:spPr>
          <a:xfrm>
            <a:off x="1974233" y="32045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a:t>
            </a:r>
          </a:p>
        </p:txBody>
      </p:sp>
      <p:sp>
        <p:nvSpPr>
          <p:cNvPr id="28" name="Marcador de texto 22">
            <a:extLst>
              <a:ext uri="{FF2B5EF4-FFF2-40B4-BE49-F238E27FC236}">
                <a16:creationId xmlns:a16="http://schemas.microsoft.com/office/drawing/2014/main" id="{78101FF6-D40B-8830-4F50-1C1691C5DFBA}"/>
              </a:ext>
            </a:extLst>
          </p:cNvPr>
          <p:cNvSpPr>
            <a:spLocks noGrp="1"/>
          </p:cNvSpPr>
          <p:nvPr>
            <p:ph type="body" sz="quarter" idx="25" hasCustomPrompt="1"/>
          </p:nvPr>
        </p:nvSpPr>
        <p:spPr>
          <a:xfrm>
            <a:off x="2580204" y="32045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a:t>
            </a:r>
          </a:p>
        </p:txBody>
      </p:sp>
      <p:sp>
        <p:nvSpPr>
          <p:cNvPr id="29" name="Marcador de texto 22">
            <a:extLst>
              <a:ext uri="{FF2B5EF4-FFF2-40B4-BE49-F238E27FC236}">
                <a16:creationId xmlns:a16="http://schemas.microsoft.com/office/drawing/2014/main" id="{A6D02B75-3FB5-C54C-AA0F-6AB0B51EC81E}"/>
              </a:ext>
            </a:extLst>
          </p:cNvPr>
          <p:cNvSpPr>
            <a:spLocks noGrp="1"/>
          </p:cNvSpPr>
          <p:nvPr>
            <p:ph type="body" sz="quarter" idx="26" hasCustomPrompt="1"/>
          </p:nvPr>
        </p:nvSpPr>
        <p:spPr>
          <a:xfrm>
            <a:off x="3186175" y="32045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3</a:t>
            </a:r>
          </a:p>
        </p:txBody>
      </p:sp>
      <p:sp>
        <p:nvSpPr>
          <p:cNvPr id="30" name="Marcador de texto 22">
            <a:extLst>
              <a:ext uri="{FF2B5EF4-FFF2-40B4-BE49-F238E27FC236}">
                <a16:creationId xmlns:a16="http://schemas.microsoft.com/office/drawing/2014/main" id="{B0CD0E9F-22EA-3766-FF1D-9ADEEC331F2F}"/>
              </a:ext>
            </a:extLst>
          </p:cNvPr>
          <p:cNvSpPr>
            <a:spLocks noGrp="1"/>
          </p:cNvSpPr>
          <p:nvPr>
            <p:ph type="body" sz="quarter" idx="27" hasCustomPrompt="1"/>
          </p:nvPr>
        </p:nvSpPr>
        <p:spPr>
          <a:xfrm>
            <a:off x="3792146" y="32045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4</a:t>
            </a:r>
          </a:p>
        </p:txBody>
      </p:sp>
      <p:sp>
        <p:nvSpPr>
          <p:cNvPr id="31" name="Marcador de texto 22">
            <a:extLst>
              <a:ext uri="{FF2B5EF4-FFF2-40B4-BE49-F238E27FC236}">
                <a16:creationId xmlns:a16="http://schemas.microsoft.com/office/drawing/2014/main" id="{AFF67DE6-B0AD-548A-A68D-1827B4E229D7}"/>
              </a:ext>
            </a:extLst>
          </p:cNvPr>
          <p:cNvSpPr>
            <a:spLocks noGrp="1"/>
          </p:cNvSpPr>
          <p:nvPr>
            <p:ph type="body" sz="quarter" idx="28" hasCustomPrompt="1"/>
          </p:nvPr>
        </p:nvSpPr>
        <p:spPr>
          <a:xfrm>
            <a:off x="4398117" y="3204568"/>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5</a:t>
            </a:r>
          </a:p>
        </p:txBody>
      </p:sp>
      <p:sp>
        <p:nvSpPr>
          <p:cNvPr id="33" name="Marcador de texto 22">
            <a:extLst>
              <a:ext uri="{FF2B5EF4-FFF2-40B4-BE49-F238E27FC236}">
                <a16:creationId xmlns:a16="http://schemas.microsoft.com/office/drawing/2014/main" id="{B921DA29-5CE4-D119-632C-ED6612541F1B}"/>
              </a:ext>
            </a:extLst>
          </p:cNvPr>
          <p:cNvSpPr>
            <a:spLocks noGrp="1"/>
          </p:cNvSpPr>
          <p:nvPr>
            <p:ph type="body" sz="quarter" idx="30" hasCustomPrompt="1"/>
          </p:nvPr>
        </p:nvSpPr>
        <p:spPr>
          <a:xfrm>
            <a:off x="5004089" y="3204568"/>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6</a:t>
            </a:r>
          </a:p>
        </p:txBody>
      </p:sp>
      <p:sp>
        <p:nvSpPr>
          <p:cNvPr id="34" name="Marcador de texto 22">
            <a:extLst>
              <a:ext uri="{FF2B5EF4-FFF2-40B4-BE49-F238E27FC236}">
                <a16:creationId xmlns:a16="http://schemas.microsoft.com/office/drawing/2014/main" id="{03809904-3C16-0CF1-5352-5ADD11463F28}"/>
              </a:ext>
            </a:extLst>
          </p:cNvPr>
          <p:cNvSpPr>
            <a:spLocks noGrp="1"/>
          </p:cNvSpPr>
          <p:nvPr>
            <p:ph type="body" sz="quarter" idx="31" hasCustomPrompt="1"/>
          </p:nvPr>
        </p:nvSpPr>
        <p:spPr>
          <a:xfrm>
            <a:off x="1368262" y="3727082"/>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7</a:t>
            </a:r>
          </a:p>
        </p:txBody>
      </p:sp>
      <p:sp>
        <p:nvSpPr>
          <p:cNvPr id="35" name="Marcador de texto 22">
            <a:extLst>
              <a:ext uri="{FF2B5EF4-FFF2-40B4-BE49-F238E27FC236}">
                <a16:creationId xmlns:a16="http://schemas.microsoft.com/office/drawing/2014/main" id="{65B822BF-F9BC-E282-D473-0787F075BE19}"/>
              </a:ext>
            </a:extLst>
          </p:cNvPr>
          <p:cNvSpPr>
            <a:spLocks noGrp="1"/>
          </p:cNvSpPr>
          <p:nvPr>
            <p:ph type="body" sz="quarter" idx="32" hasCustomPrompt="1"/>
          </p:nvPr>
        </p:nvSpPr>
        <p:spPr>
          <a:xfrm>
            <a:off x="1974233" y="3727082"/>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8</a:t>
            </a:r>
          </a:p>
        </p:txBody>
      </p:sp>
      <p:sp>
        <p:nvSpPr>
          <p:cNvPr id="36" name="Marcador de texto 22">
            <a:extLst>
              <a:ext uri="{FF2B5EF4-FFF2-40B4-BE49-F238E27FC236}">
                <a16:creationId xmlns:a16="http://schemas.microsoft.com/office/drawing/2014/main" id="{2F7E5DD6-361F-273D-BD6D-AA1752E7C964}"/>
              </a:ext>
            </a:extLst>
          </p:cNvPr>
          <p:cNvSpPr>
            <a:spLocks noGrp="1"/>
          </p:cNvSpPr>
          <p:nvPr>
            <p:ph type="body" sz="quarter" idx="33" hasCustomPrompt="1"/>
          </p:nvPr>
        </p:nvSpPr>
        <p:spPr>
          <a:xfrm>
            <a:off x="2580204" y="3727082"/>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9</a:t>
            </a:r>
          </a:p>
        </p:txBody>
      </p:sp>
      <p:sp>
        <p:nvSpPr>
          <p:cNvPr id="37" name="Marcador de texto 22">
            <a:extLst>
              <a:ext uri="{FF2B5EF4-FFF2-40B4-BE49-F238E27FC236}">
                <a16:creationId xmlns:a16="http://schemas.microsoft.com/office/drawing/2014/main" id="{337388A5-B5C7-1C2A-9AF8-4D21E0F1B136}"/>
              </a:ext>
            </a:extLst>
          </p:cNvPr>
          <p:cNvSpPr>
            <a:spLocks noGrp="1"/>
          </p:cNvSpPr>
          <p:nvPr>
            <p:ph type="body" sz="quarter" idx="34" hasCustomPrompt="1"/>
          </p:nvPr>
        </p:nvSpPr>
        <p:spPr>
          <a:xfrm>
            <a:off x="3186175" y="3727082"/>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10</a:t>
            </a:r>
          </a:p>
        </p:txBody>
      </p:sp>
      <p:sp>
        <p:nvSpPr>
          <p:cNvPr id="38" name="Marcador de texto 22">
            <a:extLst>
              <a:ext uri="{FF2B5EF4-FFF2-40B4-BE49-F238E27FC236}">
                <a16:creationId xmlns:a16="http://schemas.microsoft.com/office/drawing/2014/main" id="{B09661A8-2D06-17BA-A4F5-58BAF2B30027}"/>
              </a:ext>
            </a:extLst>
          </p:cNvPr>
          <p:cNvSpPr>
            <a:spLocks noGrp="1"/>
          </p:cNvSpPr>
          <p:nvPr>
            <p:ph type="body" sz="quarter" idx="35" hasCustomPrompt="1"/>
          </p:nvPr>
        </p:nvSpPr>
        <p:spPr>
          <a:xfrm>
            <a:off x="3792146" y="3727082"/>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11</a:t>
            </a:r>
          </a:p>
        </p:txBody>
      </p:sp>
      <p:sp>
        <p:nvSpPr>
          <p:cNvPr id="39" name="Marcador de texto 22">
            <a:extLst>
              <a:ext uri="{FF2B5EF4-FFF2-40B4-BE49-F238E27FC236}">
                <a16:creationId xmlns:a16="http://schemas.microsoft.com/office/drawing/2014/main" id="{A3FDC5C4-484E-C730-524C-E07A5D30311A}"/>
              </a:ext>
            </a:extLst>
          </p:cNvPr>
          <p:cNvSpPr>
            <a:spLocks noGrp="1"/>
          </p:cNvSpPr>
          <p:nvPr>
            <p:ph type="body" sz="quarter" idx="36" hasCustomPrompt="1"/>
          </p:nvPr>
        </p:nvSpPr>
        <p:spPr>
          <a:xfrm>
            <a:off x="4398117" y="3727082"/>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12</a:t>
            </a:r>
          </a:p>
        </p:txBody>
      </p:sp>
      <p:sp>
        <p:nvSpPr>
          <p:cNvPr id="40" name="Marcador de texto 22">
            <a:extLst>
              <a:ext uri="{FF2B5EF4-FFF2-40B4-BE49-F238E27FC236}">
                <a16:creationId xmlns:a16="http://schemas.microsoft.com/office/drawing/2014/main" id="{8E73DC5A-B8D0-CF63-530B-BDDE4264466D}"/>
              </a:ext>
            </a:extLst>
          </p:cNvPr>
          <p:cNvSpPr>
            <a:spLocks noGrp="1"/>
          </p:cNvSpPr>
          <p:nvPr>
            <p:ph type="body" sz="quarter" idx="37" hasCustomPrompt="1"/>
          </p:nvPr>
        </p:nvSpPr>
        <p:spPr>
          <a:xfrm>
            <a:off x="5004089" y="3727082"/>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13</a:t>
            </a:r>
          </a:p>
        </p:txBody>
      </p:sp>
      <p:sp>
        <p:nvSpPr>
          <p:cNvPr id="41" name="Marcador de texto 22">
            <a:extLst>
              <a:ext uri="{FF2B5EF4-FFF2-40B4-BE49-F238E27FC236}">
                <a16:creationId xmlns:a16="http://schemas.microsoft.com/office/drawing/2014/main" id="{237A4BD5-C477-D9BE-9FEA-B498D4623B50}"/>
              </a:ext>
            </a:extLst>
          </p:cNvPr>
          <p:cNvSpPr>
            <a:spLocks noGrp="1"/>
          </p:cNvSpPr>
          <p:nvPr>
            <p:ph type="body" sz="quarter" idx="38" hasCustomPrompt="1"/>
          </p:nvPr>
        </p:nvSpPr>
        <p:spPr>
          <a:xfrm>
            <a:off x="1368262" y="4227825"/>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14</a:t>
            </a:r>
          </a:p>
        </p:txBody>
      </p:sp>
      <p:sp>
        <p:nvSpPr>
          <p:cNvPr id="42" name="Marcador de texto 22">
            <a:extLst>
              <a:ext uri="{FF2B5EF4-FFF2-40B4-BE49-F238E27FC236}">
                <a16:creationId xmlns:a16="http://schemas.microsoft.com/office/drawing/2014/main" id="{A8B3E351-AB7C-7396-CE39-B2A588489A91}"/>
              </a:ext>
            </a:extLst>
          </p:cNvPr>
          <p:cNvSpPr>
            <a:spLocks noGrp="1"/>
          </p:cNvSpPr>
          <p:nvPr>
            <p:ph type="body" sz="quarter" idx="39" hasCustomPrompt="1"/>
          </p:nvPr>
        </p:nvSpPr>
        <p:spPr>
          <a:xfrm>
            <a:off x="1974233" y="4227825"/>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15</a:t>
            </a:r>
          </a:p>
        </p:txBody>
      </p:sp>
      <p:sp>
        <p:nvSpPr>
          <p:cNvPr id="43" name="Marcador de texto 22">
            <a:extLst>
              <a:ext uri="{FF2B5EF4-FFF2-40B4-BE49-F238E27FC236}">
                <a16:creationId xmlns:a16="http://schemas.microsoft.com/office/drawing/2014/main" id="{01781717-B29D-B3FD-8531-6CDEC3D6EDDD}"/>
              </a:ext>
            </a:extLst>
          </p:cNvPr>
          <p:cNvSpPr>
            <a:spLocks noGrp="1"/>
          </p:cNvSpPr>
          <p:nvPr>
            <p:ph type="body" sz="quarter" idx="40" hasCustomPrompt="1"/>
          </p:nvPr>
        </p:nvSpPr>
        <p:spPr>
          <a:xfrm>
            <a:off x="2580204" y="4227825"/>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16</a:t>
            </a:r>
          </a:p>
        </p:txBody>
      </p:sp>
      <p:sp>
        <p:nvSpPr>
          <p:cNvPr id="44" name="Marcador de texto 22">
            <a:extLst>
              <a:ext uri="{FF2B5EF4-FFF2-40B4-BE49-F238E27FC236}">
                <a16:creationId xmlns:a16="http://schemas.microsoft.com/office/drawing/2014/main" id="{D2F9F204-F2BA-78E6-2B38-0A6E422979E7}"/>
              </a:ext>
            </a:extLst>
          </p:cNvPr>
          <p:cNvSpPr>
            <a:spLocks noGrp="1"/>
          </p:cNvSpPr>
          <p:nvPr>
            <p:ph type="body" sz="quarter" idx="41" hasCustomPrompt="1"/>
          </p:nvPr>
        </p:nvSpPr>
        <p:spPr>
          <a:xfrm>
            <a:off x="3186175" y="4227825"/>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17</a:t>
            </a:r>
          </a:p>
        </p:txBody>
      </p:sp>
      <p:sp>
        <p:nvSpPr>
          <p:cNvPr id="45" name="Marcador de texto 22">
            <a:extLst>
              <a:ext uri="{FF2B5EF4-FFF2-40B4-BE49-F238E27FC236}">
                <a16:creationId xmlns:a16="http://schemas.microsoft.com/office/drawing/2014/main" id="{5867B5F8-7A8F-8C23-7EEF-CEA1394FF791}"/>
              </a:ext>
            </a:extLst>
          </p:cNvPr>
          <p:cNvSpPr>
            <a:spLocks noGrp="1"/>
          </p:cNvSpPr>
          <p:nvPr>
            <p:ph type="body" sz="quarter" idx="42" hasCustomPrompt="1"/>
          </p:nvPr>
        </p:nvSpPr>
        <p:spPr>
          <a:xfrm>
            <a:off x="3792146" y="4227825"/>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18</a:t>
            </a:r>
          </a:p>
        </p:txBody>
      </p:sp>
      <p:sp>
        <p:nvSpPr>
          <p:cNvPr id="46" name="Marcador de texto 22">
            <a:extLst>
              <a:ext uri="{FF2B5EF4-FFF2-40B4-BE49-F238E27FC236}">
                <a16:creationId xmlns:a16="http://schemas.microsoft.com/office/drawing/2014/main" id="{3A73063D-FB2D-0417-541C-43C242E90D12}"/>
              </a:ext>
            </a:extLst>
          </p:cNvPr>
          <p:cNvSpPr>
            <a:spLocks noGrp="1"/>
          </p:cNvSpPr>
          <p:nvPr>
            <p:ph type="body" sz="quarter" idx="43" hasCustomPrompt="1"/>
          </p:nvPr>
        </p:nvSpPr>
        <p:spPr>
          <a:xfrm>
            <a:off x="4398117" y="4227825"/>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19</a:t>
            </a:r>
          </a:p>
        </p:txBody>
      </p:sp>
      <p:sp>
        <p:nvSpPr>
          <p:cNvPr id="47" name="Marcador de texto 22">
            <a:extLst>
              <a:ext uri="{FF2B5EF4-FFF2-40B4-BE49-F238E27FC236}">
                <a16:creationId xmlns:a16="http://schemas.microsoft.com/office/drawing/2014/main" id="{7ED7186F-4F4A-09AD-BA96-446937969058}"/>
              </a:ext>
            </a:extLst>
          </p:cNvPr>
          <p:cNvSpPr>
            <a:spLocks noGrp="1"/>
          </p:cNvSpPr>
          <p:nvPr>
            <p:ph type="body" sz="quarter" idx="44" hasCustomPrompt="1"/>
          </p:nvPr>
        </p:nvSpPr>
        <p:spPr>
          <a:xfrm>
            <a:off x="5004089" y="4227825"/>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20</a:t>
            </a:r>
          </a:p>
        </p:txBody>
      </p:sp>
      <p:sp>
        <p:nvSpPr>
          <p:cNvPr id="48" name="Marcador de texto 22">
            <a:extLst>
              <a:ext uri="{FF2B5EF4-FFF2-40B4-BE49-F238E27FC236}">
                <a16:creationId xmlns:a16="http://schemas.microsoft.com/office/drawing/2014/main" id="{74CE0B92-8388-58BE-E479-6C8E47E2AE3E}"/>
              </a:ext>
            </a:extLst>
          </p:cNvPr>
          <p:cNvSpPr>
            <a:spLocks noGrp="1"/>
          </p:cNvSpPr>
          <p:nvPr>
            <p:ph type="body" sz="quarter" idx="45" hasCustomPrompt="1"/>
          </p:nvPr>
        </p:nvSpPr>
        <p:spPr>
          <a:xfrm>
            <a:off x="1368262" y="4739453"/>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21</a:t>
            </a:r>
          </a:p>
        </p:txBody>
      </p:sp>
      <p:sp>
        <p:nvSpPr>
          <p:cNvPr id="49" name="Marcador de texto 22">
            <a:extLst>
              <a:ext uri="{FF2B5EF4-FFF2-40B4-BE49-F238E27FC236}">
                <a16:creationId xmlns:a16="http://schemas.microsoft.com/office/drawing/2014/main" id="{036280CF-47C0-40C9-CD34-6A52C840EFB8}"/>
              </a:ext>
            </a:extLst>
          </p:cNvPr>
          <p:cNvSpPr>
            <a:spLocks noGrp="1"/>
          </p:cNvSpPr>
          <p:nvPr>
            <p:ph type="body" sz="quarter" idx="46" hasCustomPrompt="1"/>
          </p:nvPr>
        </p:nvSpPr>
        <p:spPr>
          <a:xfrm>
            <a:off x="1974233" y="4739453"/>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22</a:t>
            </a:r>
          </a:p>
        </p:txBody>
      </p:sp>
      <p:sp>
        <p:nvSpPr>
          <p:cNvPr id="50" name="Marcador de texto 22">
            <a:extLst>
              <a:ext uri="{FF2B5EF4-FFF2-40B4-BE49-F238E27FC236}">
                <a16:creationId xmlns:a16="http://schemas.microsoft.com/office/drawing/2014/main" id="{26B08A67-6B06-F0DF-6439-DE30D0DD7692}"/>
              </a:ext>
            </a:extLst>
          </p:cNvPr>
          <p:cNvSpPr>
            <a:spLocks noGrp="1"/>
          </p:cNvSpPr>
          <p:nvPr>
            <p:ph type="body" sz="quarter" idx="47" hasCustomPrompt="1"/>
          </p:nvPr>
        </p:nvSpPr>
        <p:spPr>
          <a:xfrm>
            <a:off x="2580204" y="4739453"/>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23</a:t>
            </a:r>
          </a:p>
        </p:txBody>
      </p:sp>
      <p:sp>
        <p:nvSpPr>
          <p:cNvPr id="51" name="Marcador de texto 22">
            <a:extLst>
              <a:ext uri="{FF2B5EF4-FFF2-40B4-BE49-F238E27FC236}">
                <a16:creationId xmlns:a16="http://schemas.microsoft.com/office/drawing/2014/main" id="{00E5C518-C294-FFD9-3533-7F9F12A028B7}"/>
              </a:ext>
            </a:extLst>
          </p:cNvPr>
          <p:cNvSpPr>
            <a:spLocks noGrp="1"/>
          </p:cNvSpPr>
          <p:nvPr>
            <p:ph type="body" sz="quarter" idx="48" hasCustomPrompt="1"/>
          </p:nvPr>
        </p:nvSpPr>
        <p:spPr>
          <a:xfrm>
            <a:off x="3186175" y="4739453"/>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24</a:t>
            </a:r>
          </a:p>
        </p:txBody>
      </p:sp>
      <p:sp>
        <p:nvSpPr>
          <p:cNvPr id="52" name="Marcador de texto 22">
            <a:extLst>
              <a:ext uri="{FF2B5EF4-FFF2-40B4-BE49-F238E27FC236}">
                <a16:creationId xmlns:a16="http://schemas.microsoft.com/office/drawing/2014/main" id="{9DE9EB67-0F0D-5DB5-59CA-6FF2A2E08DEC}"/>
              </a:ext>
            </a:extLst>
          </p:cNvPr>
          <p:cNvSpPr>
            <a:spLocks noGrp="1"/>
          </p:cNvSpPr>
          <p:nvPr>
            <p:ph type="body" sz="quarter" idx="49" hasCustomPrompt="1"/>
          </p:nvPr>
        </p:nvSpPr>
        <p:spPr>
          <a:xfrm>
            <a:off x="3792146" y="4739453"/>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25</a:t>
            </a:r>
          </a:p>
        </p:txBody>
      </p:sp>
      <p:sp>
        <p:nvSpPr>
          <p:cNvPr id="53" name="Marcador de texto 22">
            <a:extLst>
              <a:ext uri="{FF2B5EF4-FFF2-40B4-BE49-F238E27FC236}">
                <a16:creationId xmlns:a16="http://schemas.microsoft.com/office/drawing/2014/main" id="{83E59965-6DB9-2BBD-57C3-8E85E5300708}"/>
              </a:ext>
            </a:extLst>
          </p:cNvPr>
          <p:cNvSpPr>
            <a:spLocks noGrp="1"/>
          </p:cNvSpPr>
          <p:nvPr>
            <p:ph type="body" sz="quarter" idx="50" hasCustomPrompt="1"/>
          </p:nvPr>
        </p:nvSpPr>
        <p:spPr>
          <a:xfrm>
            <a:off x="4398117" y="4739453"/>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26</a:t>
            </a:r>
          </a:p>
        </p:txBody>
      </p:sp>
      <p:sp>
        <p:nvSpPr>
          <p:cNvPr id="54" name="Marcador de texto 22">
            <a:extLst>
              <a:ext uri="{FF2B5EF4-FFF2-40B4-BE49-F238E27FC236}">
                <a16:creationId xmlns:a16="http://schemas.microsoft.com/office/drawing/2014/main" id="{886FB946-FBB8-2DD7-1B64-2F42B7551941}"/>
              </a:ext>
            </a:extLst>
          </p:cNvPr>
          <p:cNvSpPr>
            <a:spLocks noGrp="1"/>
          </p:cNvSpPr>
          <p:nvPr>
            <p:ph type="body" sz="quarter" idx="51" hasCustomPrompt="1"/>
          </p:nvPr>
        </p:nvSpPr>
        <p:spPr>
          <a:xfrm>
            <a:off x="5004089" y="4739453"/>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27</a:t>
            </a:r>
          </a:p>
        </p:txBody>
      </p:sp>
      <p:sp>
        <p:nvSpPr>
          <p:cNvPr id="55" name="Marcador de texto 22">
            <a:extLst>
              <a:ext uri="{FF2B5EF4-FFF2-40B4-BE49-F238E27FC236}">
                <a16:creationId xmlns:a16="http://schemas.microsoft.com/office/drawing/2014/main" id="{9FE96E4A-A780-B98D-A6FD-738799830795}"/>
              </a:ext>
            </a:extLst>
          </p:cNvPr>
          <p:cNvSpPr>
            <a:spLocks noGrp="1"/>
          </p:cNvSpPr>
          <p:nvPr>
            <p:ph type="body" sz="quarter" idx="52" hasCustomPrompt="1"/>
          </p:nvPr>
        </p:nvSpPr>
        <p:spPr>
          <a:xfrm>
            <a:off x="1368262" y="52619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28</a:t>
            </a:r>
          </a:p>
        </p:txBody>
      </p:sp>
      <p:sp>
        <p:nvSpPr>
          <p:cNvPr id="56" name="Marcador de texto 22">
            <a:extLst>
              <a:ext uri="{FF2B5EF4-FFF2-40B4-BE49-F238E27FC236}">
                <a16:creationId xmlns:a16="http://schemas.microsoft.com/office/drawing/2014/main" id="{2175FC2F-B3EB-64B1-FF9B-20A83C281E48}"/>
              </a:ext>
            </a:extLst>
          </p:cNvPr>
          <p:cNvSpPr>
            <a:spLocks noGrp="1"/>
          </p:cNvSpPr>
          <p:nvPr>
            <p:ph type="body" sz="quarter" idx="53" hasCustomPrompt="1"/>
          </p:nvPr>
        </p:nvSpPr>
        <p:spPr>
          <a:xfrm>
            <a:off x="1974233" y="52619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29</a:t>
            </a:r>
          </a:p>
        </p:txBody>
      </p:sp>
      <p:sp>
        <p:nvSpPr>
          <p:cNvPr id="57" name="Marcador de texto 22">
            <a:extLst>
              <a:ext uri="{FF2B5EF4-FFF2-40B4-BE49-F238E27FC236}">
                <a16:creationId xmlns:a16="http://schemas.microsoft.com/office/drawing/2014/main" id="{B46D9C74-C413-9110-B304-8E2B239479F8}"/>
              </a:ext>
            </a:extLst>
          </p:cNvPr>
          <p:cNvSpPr>
            <a:spLocks noGrp="1"/>
          </p:cNvSpPr>
          <p:nvPr>
            <p:ph type="body" sz="quarter" idx="54" hasCustomPrompt="1"/>
          </p:nvPr>
        </p:nvSpPr>
        <p:spPr>
          <a:xfrm>
            <a:off x="2580204" y="52619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30</a:t>
            </a:r>
          </a:p>
        </p:txBody>
      </p:sp>
      <p:sp>
        <p:nvSpPr>
          <p:cNvPr id="58" name="Marcador de texto 22">
            <a:extLst>
              <a:ext uri="{FF2B5EF4-FFF2-40B4-BE49-F238E27FC236}">
                <a16:creationId xmlns:a16="http://schemas.microsoft.com/office/drawing/2014/main" id="{5B39639E-D299-ED6C-6D5C-5246185D8BF7}"/>
              </a:ext>
            </a:extLst>
          </p:cNvPr>
          <p:cNvSpPr>
            <a:spLocks noGrp="1"/>
          </p:cNvSpPr>
          <p:nvPr>
            <p:ph type="body" sz="quarter" idx="55" hasCustomPrompt="1"/>
          </p:nvPr>
        </p:nvSpPr>
        <p:spPr>
          <a:xfrm>
            <a:off x="3186175" y="52619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31</a:t>
            </a:r>
          </a:p>
        </p:txBody>
      </p:sp>
      <p:sp>
        <p:nvSpPr>
          <p:cNvPr id="59" name="Marcador de texto 22">
            <a:extLst>
              <a:ext uri="{FF2B5EF4-FFF2-40B4-BE49-F238E27FC236}">
                <a16:creationId xmlns:a16="http://schemas.microsoft.com/office/drawing/2014/main" id="{0FB971DD-AC4B-0272-7310-232998B3DAD0}"/>
              </a:ext>
            </a:extLst>
          </p:cNvPr>
          <p:cNvSpPr>
            <a:spLocks noGrp="1"/>
          </p:cNvSpPr>
          <p:nvPr>
            <p:ph type="body" sz="quarter" idx="56" hasCustomPrompt="1"/>
          </p:nvPr>
        </p:nvSpPr>
        <p:spPr>
          <a:xfrm>
            <a:off x="3792146" y="5261968"/>
            <a:ext cx="508290" cy="362962"/>
          </a:xfrm>
          <a:prstGeom prst="rect">
            <a:avLst/>
          </a:prstGeom>
        </p:spPr>
        <p:txBody>
          <a:bodyPr rtlCol="0" anchor="ctr">
            <a:normAutofit/>
          </a:bodyPr>
          <a:lstStyle>
            <a:lvl1pPr marL="0" indent="0" algn="ctr">
              <a:buNone/>
              <a:defRPr lang="es-ES" sz="1600" cap="all" baseline="0">
                <a:solidFill>
                  <a:schemeClr val="accent5">
                    <a:lumMod val="75000"/>
                  </a:schemeClr>
                </a:solidFill>
                <a:latin typeface="Montserrat" pitchFamily="2" charset="77"/>
              </a:defRPr>
            </a:lvl1pPr>
          </a:lstStyle>
          <a:p>
            <a:pPr lvl="0" rtl="0"/>
            <a:r>
              <a:rPr lang="es-ES" dirty="0"/>
              <a:t>1</a:t>
            </a:r>
          </a:p>
        </p:txBody>
      </p:sp>
      <p:sp>
        <p:nvSpPr>
          <p:cNvPr id="60" name="Marcador de texto 22">
            <a:extLst>
              <a:ext uri="{FF2B5EF4-FFF2-40B4-BE49-F238E27FC236}">
                <a16:creationId xmlns:a16="http://schemas.microsoft.com/office/drawing/2014/main" id="{AACF3BE3-B9CE-1608-D1A9-7188BA087792}"/>
              </a:ext>
            </a:extLst>
          </p:cNvPr>
          <p:cNvSpPr>
            <a:spLocks noGrp="1"/>
          </p:cNvSpPr>
          <p:nvPr>
            <p:ph type="body" sz="quarter" idx="57" hasCustomPrompt="1"/>
          </p:nvPr>
        </p:nvSpPr>
        <p:spPr>
          <a:xfrm>
            <a:off x="4398117" y="5261968"/>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2</a:t>
            </a:r>
          </a:p>
        </p:txBody>
      </p:sp>
      <p:sp>
        <p:nvSpPr>
          <p:cNvPr id="61" name="Marcador de texto 22">
            <a:extLst>
              <a:ext uri="{FF2B5EF4-FFF2-40B4-BE49-F238E27FC236}">
                <a16:creationId xmlns:a16="http://schemas.microsoft.com/office/drawing/2014/main" id="{A1BD290A-6CF0-B696-E1CB-451884C74879}"/>
              </a:ext>
            </a:extLst>
          </p:cNvPr>
          <p:cNvSpPr>
            <a:spLocks noGrp="1"/>
          </p:cNvSpPr>
          <p:nvPr>
            <p:ph type="body" sz="quarter" idx="58" hasCustomPrompt="1"/>
          </p:nvPr>
        </p:nvSpPr>
        <p:spPr>
          <a:xfrm>
            <a:off x="5004089" y="5261968"/>
            <a:ext cx="508290" cy="362962"/>
          </a:xfrm>
          <a:prstGeom prst="rect">
            <a:avLst/>
          </a:prstGeom>
        </p:spPr>
        <p:txBody>
          <a:bodyPr rtlCol="0" anchor="ctr">
            <a:normAutofit/>
          </a:bodyPr>
          <a:lstStyle>
            <a:lvl1pPr marL="0" indent="0" algn="ctr">
              <a:buNone/>
              <a:defRPr lang="es-ES" sz="1600" cap="all" baseline="0">
                <a:solidFill>
                  <a:schemeClr val="accent5">
                    <a:lumMod val="60000"/>
                    <a:lumOff val="40000"/>
                  </a:schemeClr>
                </a:solidFill>
                <a:latin typeface="Montserrat" pitchFamily="2" charset="77"/>
              </a:defRPr>
            </a:lvl1pPr>
          </a:lstStyle>
          <a:p>
            <a:pPr lvl="0" rtl="0"/>
            <a:r>
              <a:rPr lang="es-ES" dirty="0"/>
              <a:t>3</a:t>
            </a:r>
          </a:p>
        </p:txBody>
      </p:sp>
      <p:sp>
        <p:nvSpPr>
          <p:cNvPr id="62" name="CuadroTexto 61">
            <a:extLst>
              <a:ext uri="{FF2B5EF4-FFF2-40B4-BE49-F238E27FC236}">
                <a16:creationId xmlns:a16="http://schemas.microsoft.com/office/drawing/2014/main" id="{F1B0C55D-44BC-3972-F74D-8E759F94ACAF}"/>
              </a:ext>
            </a:extLst>
          </p:cNvPr>
          <p:cNvSpPr txBox="1"/>
          <p:nvPr/>
        </p:nvSpPr>
        <p:spPr>
          <a:xfrm>
            <a:off x="1346490"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Lu</a:t>
            </a:r>
          </a:p>
        </p:txBody>
      </p:sp>
      <p:sp>
        <p:nvSpPr>
          <p:cNvPr id="64" name="CuadroTexto 63">
            <a:extLst>
              <a:ext uri="{FF2B5EF4-FFF2-40B4-BE49-F238E27FC236}">
                <a16:creationId xmlns:a16="http://schemas.microsoft.com/office/drawing/2014/main" id="{92E45E47-7A26-042E-9AF5-5C03B6ACF2A8}"/>
              </a:ext>
            </a:extLst>
          </p:cNvPr>
          <p:cNvSpPr txBox="1"/>
          <p:nvPr/>
        </p:nvSpPr>
        <p:spPr>
          <a:xfrm>
            <a:off x="1960852"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Ma</a:t>
            </a:r>
          </a:p>
        </p:txBody>
      </p:sp>
      <p:sp>
        <p:nvSpPr>
          <p:cNvPr id="65" name="CuadroTexto 64">
            <a:extLst>
              <a:ext uri="{FF2B5EF4-FFF2-40B4-BE49-F238E27FC236}">
                <a16:creationId xmlns:a16="http://schemas.microsoft.com/office/drawing/2014/main" id="{20EE37FC-3E1F-0F1A-89AC-69A9EB4B399F}"/>
              </a:ext>
            </a:extLst>
          </p:cNvPr>
          <p:cNvSpPr txBox="1"/>
          <p:nvPr/>
        </p:nvSpPr>
        <p:spPr>
          <a:xfrm>
            <a:off x="2575215"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Mi</a:t>
            </a:r>
          </a:p>
        </p:txBody>
      </p:sp>
      <p:sp>
        <p:nvSpPr>
          <p:cNvPr id="66" name="CuadroTexto 65">
            <a:extLst>
              <a:ext uri="{FF2B5EF4-FFF2-40B4-BE49-F238E27FC236}">
                <a16:creationId xmlns:a16="http://schemas.microsoft.com/office/drawing/2014/main" id="{D899999E-CD33-8ADD-4D07-3303DF78AFE5}"/>
              </a:ext>
            </a:extLst>
          </p:cNvPr>
          <p:cNvSpPr txBox="1"/>
          <p:nvPr/>
        </p:nvSpPr>
        <p:spPr>
          <a:xfrm>
            <a:off x="3175290"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Ju</a:t>
            </a:r>
          </a:p>
        </p:txBody>
      </p:sp>
      <p:sp>
        <p:nvSpPr>
          <p:cNvPr id="67" name="CuadroTexto 66">
            <a:extLst>
              <a:ext uri="{FF2B5EF4-FFF2-40B4-BE49-F238E27FC236}">
                <a16:creationId xmlns:a16="http://schemas.microsoft.com/office/drawing/2014/main" id="{A312DBCA-25FC-6637-C94B-B4D332F17677}"/>
              </a:ext>
            </a:extLst>
          </p:cNvPr>
          <p:cNvSpPr txBox="1"/>
          <p:nvPr/>
        </p:nvSpPr>
        <p:spPr>
          <a:xfrm>
            <a:off x="3789653"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Vi</a:t>
            </a:r>
          </a:p>
        </p:txBody>
      </p:sp>
      <p:sp>
        <p:nvSpPr>
          <p:cNvPr id="68" name="CuadroTexto 67">
            <a:extLst>
              <a:ext uri="{FF2B5EF4-FFF2-40B4-BE49-F238E27FC236}">
                <a16:creationId xmlns:a16="http://schemas.microsoft.com/office/drawing/2014/main" id="{8285D506-544F-7AA0-CC6D-17E2C0E85CA2}"/>
              </a:ext>
            </a:extLst>
          </p:cNvPr>
          <p:cNvSpPr txBox="1"/>
          <p:nvPr/>
        </p:nvSpPr>
        <p:spPr>
          <a:xfrm>
            <a:off x="4382585"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err="1">
                <a:solidFill>
                  <a:srgbClr val="23749F"/>
                </a:solidFill>
                <a:latin typeface="Montserrat" pitchFamily="2" charset="77"/>
                <a:ea typeface="Cabin"/>
                <a:cs typeface="Arial"/>
                <a:sym typeface="Cabin"/>
              </a:rPr>
              <a:t>Sá</a:t>
            </a:r>
            <a:endParaRPr lang="es-ES_tradnl" sz="1200" b="1" dirty="0">
              <a:solidFill>
                <a:srgbClr val="23749F"/>
              </a:solidFill>
              <a:latin typeface="Montserrat" pitchFamily="2" charset="77"/>
              <a:ea typeface="Cabin"/>
              <a:cs typeface="Arial"/>
              <a:sym typeface="Cabin"/>
            </a:endParaRPr>
          </a:p>
        </p:txBody>
      </p:sp>
      <p:sp>
        <p:nvSpPr>
          <p:cNvPr id="69" name="CuadroTexto 68">
            <a:extLst>
              <a:ext uri="{FF2B5EF4-FFF2-40B4-BE49-F238E27FC236}">
                <a16:creationId xmlns:a16="http://schemas.microsoft.com/office/drawing/2014/main" id="{5F66997C-8841-F6AC-1A2B-74C2FE6BC528}"/>
              </a:ext>
            </a:extLst>
          </p:cNvPr>
          <p:cNvSpPr txBox="1"/>
          <p:nvPr/>
        </p:nvSpPr>
        <p:spPr>
          <a:xfrm>
            <a:off x="4975516"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Do</a:t>
            </a:r>
          </a:p>
        </p:txBody>
      </p:sp>
      <p:sp>
        <p:nvSpPr>
          <p:cNvPr id="70" name="Elipse 69">
            <a:extLst>
              <a:ext uri="{FF2B5EF4-FFF2-40B4-BE49-F238E27FC236}">
                <a16:creationId xmlns:a16="http://schemas.microsoft.com/office/drawing/2014/main" id="{C396CD11-BF88-BD48-803B-86EB2CEB197F}"/>
              </a:ext>
            </a:extLst>
          </p:cNvPr>
          <p:cNvSpPr/>
          <p:nvPr/>
        </p:nvSpPr>
        <p:spPr>
          <a:xfrm rot="16200000">
            <a:off x="7251779" y="1670371"/>
            <a:ext cx="584045" cy="584045"/>
          </a:xfrm>
          <a:prstGeom prst="ellipse">
            <a:avLst/>
          </a:prstGeom>
          <a:solidFill>
            <a:srgbClr val="1F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79" name="Marcador de texto 22">
            <a:extLst>
              <a:ext uri="{FF2B5EF4-FFF2-40B4-BE49-F238E27FC236}">
                <a16:creationId xmlns:a16="http://schemas.microsoft.com/office/drawing/2014/main" id="{89A9E1DA-1D6B-4C4E-D2F1-CD53AB86BB19}"/>
              </a:ext>
            </a:extLst>
          </p:cNvPr>
          <p:cNvSpPr>
            <a:spLocks noGrp="1"/>
          </p:cNvSpPr>
          <p:nvPr>
            <p:ph type="body" sz="quarter" idx="59" hasCustomPrompt="1"/>
          </p:nvPr>
        </p:nvSpPr>
        <p:spPr>
          <a:xfrm>
            <a:off x="6418019" y="3436049"/>
            <a:ext cx="2251564" cy="498496"/>
          </a:xfrm>
          <a:prstGeom prst="rect">
            <a:avLst/>
          </a:prstGeom>
        </p:spPr>
        <p:txBody>
          <a:bodyPr rtlCol="0" anchor="b">
            <a:normAutofit/>
          </a:bodyPr>
          <a:lstStyle>
            <a:lvl1pPr marL="0" indent="0" algn="ctr">
              <a:buNone/>
              <a:defRPr lang="es-ES" sz="1400" cap="all" baseline="0">
                <a:solidFill>
                  <a:schemeClr val="accent5">
                    <a:lumMod val="75000"/>
                  </a:schemeClr>
                </a:solidFill>
                <a:latin typeface="Montserrat" pitchFamily="2" charset="77"/>
              </a:defRPr>
            </a:lvl1pPr>
          </a:lstStyle>
          <a:p>
            <a:pPr lvl="0" rtl="0"/>
            <a:r>
              <a:rPr lang="es-ES" dirty="0"/>
              <a:t>Día Mes</a:t>
            </a:r>
          </a:p>
        </p:txBody>
      </p:sp>
      <p:sp>
        <p:nvSpPr>
          <p:cNvPr id="80" name="Marcador de texto 22">
            <a:extLst>
              <a:ext uri="{FF2B5EF4-FFF2-40B4-BE49-F238E27FC236}">
                <a16:creationId xmlns:a16="http://schemas.microsoft.com/office/drawing/2014/main" id="{1051D6B5-0690-1043-FDFF-6AB93409F01F}"/>
              </a:ext>
            </a:extLst>
          </p:cNvPr>
          <p:cNvSpPr>
            <a:spLocks noGrp="1"/>
          </p:cNvSpPr>
          <p:nvPr>
            <p:ph type="body" sz="quarter" idx="60" hasCustomPrompt="1"/>
          </p:nvPr>
        </p:nvSpPr>
        <p:spPr>
          <a:xfrm>
            <a:off x="6418019" y="3943535"/>
            <a:ext cx="2251564" cy="412657"/>
          </a:xfrm>
          <a:prstGeom prst="rect">
            <a:avLst/>
          </a:prstGeom>
        </p:spPr>
        <p:txBody>
          <a:bodyPr rtlCol="0" anchor="t">
            <a:normAutofit/>
          </a:bodyPr>
          <a:lstStyle>
            <a:lvl1pPr marL="0" indent="0" algn="ctr">
              <a:lnSpc>
                <a:spcPct val="114000"/>
              </a:lnSpc>
              <a:spcBef>
                <a:spcPts val="0"/>
              </a:spcBef>
              <a:buNone/>
              <a:defRPr lang="es-ES" sz="1200" spc="50" baseline="0">
                <a:solidFill>
                  <a:schemeClr val="accent5">
                    <a:lumMod val="75000"/>
                  </a:schemeClr>
                </a:solidFill>
              </a:defRPr>
            </a:lvl1pPr>
          </a:lstStyle>
          <a:p>
            <a:pPr lvl="0" rtl="0"/>
            <a:r>
              <a:rPr lang="es-ES" dirty="0"/>
              <a:t>Agregar texto</a:t>
            </a:r>
          </a:p>
        </p:txBody>
      </p:sp>
      <p:sp>
        <p:nvSpPr>
          <p:cNvPr id="81" name="Marcador de texto 22">
            <a:extLst>
              <a:ext uri="{FF2B5EF4-FFF2-40B4-BE49-F238E27FC236}">
                <a16:creationId xmlns:a16="http://schemas.microsoft.com/office/drawing/2014/main" id="{05E3D70E-3E7E-942B-B570-41D13BDA625A}"/>
              </a:ext>
            </a:extLst>
          </p:cNvPr>
          <p:cNvSpPr>
            <a:spLocks noGrp="1"/>
          </p:cNvSpPr>
          <p:nvPr>
            <p:ph type="body" sz="quarter" idx="61" hasCustomPrompt="1"/>
          </p:nvPr>
        </p:nvSpPr>
        <p:spPr>
          <a:xfrm>
            <a:off x="6418019" y="4979099"/>
            <a:ext cx="2251564" cy="498496"/>
          </a:xfrm>
          <a:prstGeom prst="rect">
            <a:avLst/>
          </a:prstGeom>
        </p:spPr>
        <p:txBody>
          <a:bodyPr rtlCol="0" anchor="b">
            <a:normAutofit/>
          </a:bodyPr>
          <a:lstStyle>
            <a:lvl1pPr marL="0" indent="0" algn="ctr">
              <a:buNone/>
              <a:defRPr lang="es-ES" sz="1400" cap="all" baseline="0">
                <a:solidFill>
                  <a:schemeClr val="accent5">
                    <a:lumMod val="75000"/>
                  </a:schemeClr>
                </a:solidFill>
                <a:latin typeface="Montserrat" pitchFamily="2" charset="77"/>
              </a:defRPr>
            </a:lvl1pPr>
          </a:lstStyle>
          <a:p>
            <a:pPr lvl="0" rtl="0"/>
            <a:r>
              <a:rPr lang="es-ES" dirty="0"/>
              <a:t>Día Mes</a:t>
            </a:r>
          </a:p>
        </p:txBody>
      </p:sp>
      <p:sp>
        <p:nvSpPr>
          <p:cNvPr id="82" name="Marcador de texto 22">
            <a:extLst>
              <a:ext uri="{FF2B5EF4-FFF2-40B4-BE49-F238E27FC236}">
                <a16:creationId xmlns:a16="http://schemas.microsoft.com/office/drawing/2014/main" id="{938321B2-9D3B-BFD1-4E19-44E04B1DB4FD}"/>
              </a:ext>
            </a:extLst>
          </p:cNvPr>
          <p:cNvSpPr>
            <a:spLocks noGrp="1"/>
          </p:cNvSpPr>
          <p:nvPr>
            <p:ph type="body" sz="quarter" idx="62" hasCustomPrompt="1"/>
          </p:nvPr>
        </p:nvSpPr>
        <p:spPr>
          <a:xfrm>
            <a:off x="6418019" y="5486585"/>
            <a:ext cx="2251564" cy="412657"/>
          </a:xfrm>
          <a:prstGeom prst="rect">
            <a:avLst/>
          </a:prstGeom>
        </p:spPr>
        <p:txBody>
          <a:bodyPr rtlCol="0" anchor="t">
            <a:normAutofit/>
          </a:bodyPr>
          <a:lstStyle>
            <a:lvl1pPr marL="0" indent="0" algn="ctr">
              <a:lnSpc>
                <a:spcPct val="114000"/>
              </a:lnSpc>
              <a:spcBef>
                <a:spcPts val="0"/>
              </a:spcBef>
              <a:buNone/>
              <a:defRPr lang="es-ES" sz="1200" spc="50" baseline="0">
                <a:solidFill>
                  <a:schemeClr val="accent5">
                    <a:lumMod val="75000"/>
                  </a:schemeClr>
                </a:solidFill>
              </a:defRPr>
            </a:lvl1pPr>
          </a:lstStyle>
          <a:p>
            <a:pPr lvl="0" rtl="0"/>
            <a:r>
              <a:rPr lang="es-ES" dirty="0"/>
              <a:t>Agregar texto</a:t>
            </a:r>
          </a:p>
        </p:txBody>
      </p:sp>
      <p:sp>
        <p:nvSpPr>
          <p:cNvPr id="73" name="Elipse 72">
            <a:extLst>
              <a:ext uri="{FF2B5EF4-FFF2-40B4-BE49-F238E27FC236}">
                <a16:creationId xmlns:a16="http://schemas.microsoft.com/office/drawing/2014/main" id="{7A64E185-B6F7-7BFE-49B0-34BA952B333C}"/>
              </a:ext>
            </a:extLst>
          </p:cNvPr>
          <p:cNvSpPr/>
          <p:nvPr/>
        </p:nvSpPr>
        <p:spPr>
          <a:xfrm rot="16200000">
            <a:off x="7263481" y="3052909"/>
            <a:ext cx="584045" cy="584045"/>
          </a:xfrm>
          <a:prstGeom prst="ellipse">
            <a:avLst/>
          </a:prstGeom>
          <a:solidFill>
            <a:srgbClr val="0472DC"/>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77" name="Elipse 76">
            <a:extLst>
              <a:ext uri="{FF2B5EF4-FFF2-40B4-BE49-F238E27FC236}">
                <a16:creationId xmlns:a16="http://schemas.microsoft.com/office/drawing/2014/main" id="{208B68E9-AC2C-BBC5-502A-AEB4A7727DC5}"/>
              </a:ext>
            </a:extLst>
          </p:cNvPr>
          <p:cNvSpPr/>
          <p:nvPr/>
        </p:nvSpPr>
        <p:spPr>
          <a:xfrm rot="16200000">
            <a:off x="7251779" y="4589740"/>
            <a:ext cx="584045" cy="584045"/>
          </a:xfrm>
          <a:prstGeom prst="ellipse">
            <a:avLst/>
          </a:prstGeom>
          <a:solidFill>
            <a:srgbClr val="1F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4" name="CuadroTexto 83">
            <a:extLst>
              <a:ext uri="{FF2B5EF4-FFF2-40B4-BE49-F238E27FC236}">
                <a16:creationId xmlns:a16="http://schemas.microsoft.com/office/drawing/2014/main" id="{154EBB5F-B326-DD3B-FF5C-42CFB4F9E1C2}"/>
              </a:ext>
            </a:extLst>
          </p:cNvPr>
          <p:cNvSpPr txBox="1"/>
          <p:nvPr/>
        </p:nvSpPr>
        <p:spPr>
          <a:xfrm>
            <a:off x="1346490" y="1755288"/>
            <a:ext cx="4085954" cy="523220"/>
          </a:xfrm>
          <a:prstGeom prst="rect">
            <a:avLst/>
          </a:prstGeom>
          <a:noFill/>
        </p:spPr>
        <p:txBody>
          <a:bodyPr wrap="square" rtlCol="0">
            <a:spAutoFit/>
          </a:bodyPr>
          <a:lstStyle/>
          <a:p>
            <a:r>
              <a:rPr lang="es-ES" sz="2800" dirty="0">
                <a:solidFill>
                  <a:schemeClr val="accent2">
                    <a:lumMod val="75000"/>
                  </a:schemeClr>
                </a:solidFill>
                <a:latin typeface="Montserrat" pitchFamily="2" charset="77"/>
              </a:rPr>
              <a:t>PRÓXIMOS</a:t>
            </a:r>
            <a:r>
              <a:rPr lang="es-ES" sz="2800" dirty="0">
                <a:latin typeface="Montserrat" pitchFamily="2" charset="77"/>
              </a:rPr>
              <a:t> </a:t>
            </a:r>
            <a:r>
              <a:rPr lang="es-ES" sz="2800" dirty="0">
                <a:solidFill>
                  <a:schemeClr val="accent2">
                    <a:lumMod val="60000"/>
                    <a:lumOff val="40000"/>
                  </a:schemeClr>
                </a:solidFill>
                <a:latin typeface="Montserrat" pitchFamily="2" charset="77"/>
              </a:rPr>
              <a:t>EVENTOS</a:t>
            </a:r>
          </a:p>
        </p:txBody>
      </p:sp>
      <p:sp>
        <p:nvSpPr>
          <p:cNvPr id="75" name="CuadroTexto 74">
            <a:extLst>
              <a:ext uri="{FF2B5EF4-FFF2-40B4-BE49-F238E27FC236}">
                <a16:creationId xmlns:a16="http://schemas.microsoft.com/office/drawing/2014/main" id="{F1B0C55D-44BC-3972-F74D-8E759F94ACAF}"/>
              </a:ext>
            </a:extLst>
          </p:cNvPr>
          <p:cNvSpPr txBox="1"/>
          <p:nvPr userDrawn="1"/>
        </p:nvSpPr>
        <p:spPr>
          <a:xfrm>
            <a:off x="1346490"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Lu</a:t>
            </a:r>
          </a:p>
        </p:txBody>
      </p:sp>
      <p:sp>
        <p:nvSpPr>
          <p:cNvPr id="76" name="CuadroTexto 75">
            <a:extLst>
              <a:ext uri="{FF2B5EF4-FFF2-40B4-BE49-F238E27FC236}">
                <a16:creationId xmlns:a16="http://schemas.microsoft.com/office/drawing/2014/main" id="{92E45E47-7A26-042E-9AF5-5C03B6ACF2A8}"/>
              </a:ext>
            </a:extLst>
          </p:cNvPr>
          <p:cNvSpPr txBox="1"/>
          <p:nvPr userDrawn="1"/>
        </p:nvSpPr>
        <p:spPr>
          <a:xfrm>
            <a:off x="1960852"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Ma</a:t>
            </a:r>
          </a:p>
        </p:txBody>
      </p:sp>
      <p:sp>
        <p:nvSpPr>
          <p:cNvPr id="78" name="CuadroTexto 77">
            <a:extLst>
              <a:ext uri="{FF2B5EF4-FFF2-40B4-BE49-F238E27FC236}">
                <a16:creationId xmlns:a16="http://schemas.microsoft.com/office/drawing/2014/main" id="{20EE37FC-3E1F-0F1A-89AC-69A9EB4B399F}"/>
              </a:ext>
            </a:extLst>
          </p:cNvPr>
          <p:cNvSpPr txBox="1"/>
          <p:nvPr userDrawn="1"/>
        </p:nvSpPr>
        <p:spPr>
          <a:xfrm>
            <a:off x="2575215"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Mi</a:t>
            </a:r>
          </a:p>
        </p:txBody>
      </p:sp>
      <p:sp>
        <p:nvSpPr>
          <p:cNvPr id="83" name="CuadroTexto 82">
            <a:extLst>
              <a:ext uri="{FF2B5EF4-FFF2-40B4-BE49-F238E27FC236}">
                <a16:creationId xmlns:a16="http://schemas.microsoft.com/office/drawing/2014/main" id="{D899999E-CD33-8ADD-4D07-3303DF78AFE5}"/>
              </a:ext>
            </a:extLst>
          </p:cNvPr>
          <p:cNvSpPr txBox="1"/>
          <p:nvPr userDrawn="1"/>
        </p:nvSpPr>
        <p:spPr>
          <a:xfrm>
            <a:off x="3175290"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Ju</a:t>
            </a:r>
          </a:p>
        </p:txBody>
      </p:sp>
      <p:sp>
        <p:nvSpPr>
          <p:cNvPr id="85" name="CuadroTexto 84">
            <a:extLst>
              <a:ext uri="{FF2B5EF4-FFF2-40B4-BE49-F238E27FC236}">
                <a16:creationId xmlns:a16="http://schemas.microsoft.com/office/drawing/2014/main" id="{A312DBCA-25FC-6637-C94B-B4D332F17677}"/>
              </a:ext>
            </a:extLst>
          </p:cNvPr>
          <p:cNvSpPr txBox="1"/>
          <p:nvPr userDrawn="1"/>
        </p:nvSpPr>
        <p:spPr>
          <a:xfrm>
            <a:off x="3789653"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Vi</a:t>
            </a:r>
          </a:p>
        </p:txBody>
      </p:sp>
      <p:sp>
        <p:nvSpPr>
          <p:cNvPr id="86" name="CuadroTexto 85">
            <a:extLst>
              <a:ext uri="{FF2B5EF4-FFF2-40B4-BE49-F238E27FC236}">
                <a16:creationId xmlns:a16="http://schemas.microsoft.com/office/drawing/2014/main" id="{8285D506-544F-7AA0-CC6D-17E2C0E85CA2}"/>
              </a:ext>
            </a:extLst>
          </p:cNvPr>
          <p:cNvSpPr txBox="1"/>
          <p:nvPr userDrawn="1"/>
        </p:nvSpPr>
        <p:spPr>
          <a:xfrm>
            <a:off x="4382585"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err="1">
                <a:solidFill>
                  <a:srgbClr val="23749F"/>
                </a:solidFill>
                <a:latin typeface="Montserrat" pitchFamily="2" charset="77"/>
                <a:ea typeface="Cabin"/>
                <a:cs typeface="Arial"/>
                <a:sym typeface="Cabin"/>
              </a:rPr>
              <a:t>Sá</a:t>
            </a:r>
            <a:endParaRPr lang="es-ES_tradnl" sz="1200" b="1" dirty="0">
              <a:solidFill>
                <a:srgbClr val="23749F"/>
              </a:solidFill>
              <a:latin typeface="Montserrat" pitchFamily="2" charset="77"/>
              <a:ea typeface="Cabin"/>
              <a:cs typeface="Arial"/>
              <a:sym typeface="Cabin"/>
            </a:endParaRPr>
          </a:p>
        </p:txBody>
      </p:sp>
      <p:sp>
        <p:nvSpPr>
          <p:cNvPr id="87" name="CuadroTexto 86">
            <a:extLst>
              <a:ext uri="{FF2B5EF4-FFF2-40B4-BE49-F238E27FC236}">
                <a16:creationId xmlns:a16="http://schemas.microsoft.com/office/drawing/2014/main" id="{5F66997C-8841-F6AC-1A2B-74C2FE6BC528}"/>
              </a:ext>
            </a:extLst>
          </p:cNvPr>
          <p:cNvSpPr txBox="1"/>
          <p:nvPr userDrawn="1"/>
        </p:nvSpPr>
        <p:spPr>
          <a:xfrm>
            <a:off x="4975516" y="2714737"/>
            <a:ext cx="530062" cy="27699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_tradnl" sz="1200" b="1" dirty="0">
                <a:solidFill>
                  <a:srgbClr val="23749F"/>
                </a:solidFill>
                <a:latin typeface="Montserrat" pitchFamily="2" charset="77"/>
                <a:ea typeface="Cabin"/>
                <a:cs typeface="Arial"/>
                <a:sym typeface="Cabin"/>
              </a:rPr>
              <a:t>Do</a:t>
            </a:r>
          </a:p>
        </p:txBody>
      </p:sp>
      <p:sp>
        <p:nvSpPr>
          <p:cNvPr id="88" name="Elipse 87">
            <a:extLst>
              <a:ext uri="{FF2B5EF4-FFF2-40B4-BE49-F238E27FC236}">
                <a16:creationId xmlns:a16="http://schemas.microsoft.com/office/drawing/2014/main" id="{C396CD11-BF88-BD48-803B-86EB2CEB197F}"/>
              </a:ext>
            </a:extLst>
          </p:cNvPr>
          <p:cNvSpPr/>
          <p:nvPr userDrawn="1"/>
        </p:nvSpPr>
        <p:spPr>
          <a:xfrm rot="16200000">
            <a:off x="7251779" y="1670371"/>
            <a:ext cx="584045" cy="584045"/>
          </a:xfrm>
          <a:prstGeom prst="ellipse">
            <a:avLst/>
          </a:prstGeom>
          <a:solidFill>
            <a:srgbClr val="1F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9" name="Elipse 88">
            <a:extLst>
              <a:ext uri="{FF2B5EF4-FFF2-40B4-BE49-F238E27FC236}">
                <a16:creationId xmlns:a16="http://schemas.microsoft.com/office/drawing/2014/main" id="{208B68E9-AC2C-BBC5-502A-AEB4A7727DC5}"/>
              </a:ext>
            </a:extLst>
          </p:cNvPr>
          <p:cNvSpPr/>
          <p:nvPr userDrawn="1"/>
        </p:nvSpPr>
        <p:spPr>
          <a:xfrm rot="16200000">
            <a:off x="7251779" y="4589740"/>
            <a:ext cx="584045" cy="584045"/>
          </a:xfrm>
          <a:prstGeom prst="ellipse">
            <a:avLst/>
          </a:prstGeom>
          <a:solidFill>
            <a:srgbClr val="1F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90" name="CuadroTexto 89">
            <a:extLst>
              <a:ext uri="{FF2B5EF4-FFF2-40B4-BE49-F238E27FC236}">
                <a16:creationId xmlns:a16="http://schemas.microsoft.com/office/drawing/2014/main" id="{154EBB5F-B326-DD3B-FF5C-42CFB4F9E1C2}"/>
              </a:ext>
            </a:extLst>
          </p:cNvPr>
          <p:cNvSpPr txBox="1"/>
          <p:nvPr userDrawn="1"/>
        </p:nvSpPr>
        <p:spPr>
          <a:xfrm>
            <a:off x="1346490" y="1755288"/>
            <a:ext cx="4085954" cy="523220"/>
          </a:xfrm>
          <a:prstGeom prst="rect">
            <a:avLst/>
          </a:prstGeom>
          <a:noFill/>
        </p:spPr>
        <p:txBody>
          <a:bodyPr wrap="square" rtlCol="0">
            <a:spAutoFit/>
          </a:bodyPr>
          <a:lstStyle/>
          <a:p>
            <a:r>
              <a:rPr lang="es-ES" sz="2800" dirty="0">
                <a:solidFill>
                  <a:schemeClr val="accent2">
                    <a:lumMod val="75000"/>
                  </a:schemeClr>
                </a:solidFill>
                <a:latin typeface="Montserrat" pitchFamily="2" charset="77"/>
              </a:rPr>
              <a:t>PRÓXIMOS</a:t>
            </a:r>
            <a:r>
              <a:rPr lang="es-ES" sz="2800" dirty="0">
                <a:latin typeface="Montserrat" pitchFamily="2" charset="77"/>
              </a:rPr>
              <a:t> </a:t>
            </a:r>
            <a:r>
              <a:rPr lang="es-ES" sz="2800" dirty="0">
                <a:solidFill>
                  <a:schemeClr val="accent2">
                    <a:lumMod val="60000"/>
                    <a:lumOff val="40000"/>
                  </a:schemeClr>
                </a:solidFill>
                <a:latin typeface="Montserrat" pitchFamily="2" charset="77"/>
              </a:rPr>
              <a:t>EVENTOS</a:t>
            </a:r>
          </a:p>
        </p:txBody>
      </p:sp>
      <p:sp>
        <p:nvSpPr>
          <p:cNvPr id="94" name="Rectángulo 93">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95" name="Rectángulo 94">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96" name="Marcador de texto 22">
            <a:extLst>
              <a:ext uri="{FF2B5EF4-FFF2-40B4-BE49-F238E27FC236}">
                <a16:creationId xmlns:a16="http://schemas.microsoft.com/office/drawing/2014/main" id="{845B9658-E538-5E40-B3FF-3D6451C5BF5D}"/>
              </a:ext>
            </a:extLst>
          </p:cNvPr>
          <p:cNvSpPr>
            <a:spLocks noGrp="1"/>
          </p:cNvSpPr>
          <p:nvPr>
            <p:ph type="body" sz="quarter" idx="63"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2121222049"/>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fografía 1">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grpSp>
        <p:nvGrpSpPr>
          <p:cNvPr id="2" name="Agrupar 3">
            <a:extLst>
              <a:ext uri="{FF2B5EF4-FFF2-40B4-BE49-F238E27FC236}">
                <a16:creationId xmlns:a16="http://schemas.microsoft.com/office/drawing/2014/main" id="{E57CDA47-9775-B476-F757-11690987C5B8}"/>
              </a:ext>
            </a:extLst>
          </p:cNvPr>
          <p:cNvGrpSpPr/>
          <p:nvPr/>
        </p:nvGrpSpPr>
        <p:grpSpPr>
          <a:xfrm>
            <a:off x="441817" y="1978108"/>
            <a:ext cx="8385737" cy="1628589"/>
            <a:chOff x="-701003" y="1643529"/>
            <a:chExt cx="9347824" cy="1389530"/>
          </a:xfrm>
        </p:grpSpPr>
        <p:sp>
          <p:nvSpPr>
            <p:cNvPr id="4" name="Conector fuera de página 2">
              <a:extLst>
                <a:ext uri="{FF2B5EF4-FFF2-40B4-BE49-F238E27FC236}">
                  <a16:creationId xmlns:a16="http://schemas.microsoft.com/office/drawing/2014/main" id="{DF3E1C6A-9FB5-60C5-9FBA-D3CFB537D3D8}"/>
                </a:ext>
              </a:extLst>
            </p:cNvPr>
            <p:cNvSpPr/>
            <p:nvPr/>
          </p:nvSpPr>
          <p:spPr>
            <a:xfrm rot="16200000">
              <a:off x="6602556"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1E5080"/>
            </a:solidFill>
            <a:ln>
              <a:noFill/>
            </a:ln>
            <a:effectLst>
              <a:outerShdw blurRad="76200" dir="18900000" sy="23000" kx="-1200000" algn="b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onector fuera de página 2">
              <a:extLst>
                <a:ext uri="{FF2B5EF4-FFF2-40B4-BE49-F238E27FC236}">
                  <a16:creationId xmlns:a16="http://schemas.microsoft.com/office/drawing/2014/main" id="{1C794105-B6E6-86C5-B046-8B04EE0F6957}"/>
                </a:ext>
              </a:extLst>
            </p:cNvPr>
            <p:cNvSpPr/>
            <p:nvPr/>
          </p:nvSpPr>
          <p:spPr>
            <a:xfrm rot="16200000">
              <a:off x="4361380"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08459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Conector fuera de página 2">
              <a:extLst>
                <a:ext uri="{FF2B5EF4-FFF2-40B4-BE49-F238E27FC236}">
                  <a16:creationId xmlns:a16="http://schemas.microsoft.com/office/drawing/2014/main" id="{E8C2E33A-89C4-C79D-FD39-F19F29803A3B}"/>
                </a:ext>
              </a:extLst>
            </p:cNvPr>
            <p:cNvSpPr/>
            <p:nvPr/>
          </p:nvSpPr>
          <p:spPr>
            <a:xfrm rot="16200000">
              <a:off x="2165028"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3FC1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9" name="Conector fuera de página 2">
              <a:extLst>
                <a:ext uri="{FF2B5EF4-FFF2-40B4-BE49-F238E27FC236}">
                  <a16:creationId xmlns:a16="http://schemas.microsoft.com/office/drawing/2014/main" id="{41246465-4E53-994D-1BAE-2BAC51104F2F}"/>
                </a:ext>
              </a:extLst>
            </p:cNvPr>
            <p:cNvSpPr/>
            <p:nvPr/>
          </p:nvSpPr>
          <p:spPr>
            <a:xfrm rot="16200000">
              <a:off x="-46267"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0B5BD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sp>
        <p:nvSpPr>
          <p:cNvPr id="10" name="Marcador de texto 22">
            <a:extLst>
              <a:ext uri="{FF2B5EF4-FFF2-40B4-BE49-F238E27FC236}">
                <a16:creationId xmlns:a16="http://schemas.microsoft.com/office/drawing/2014/main" id="{6CA6D4B8-BA9A-5D66-B1DD-8644564F6BAC}"/>
              </a:ext>
            </a:extLst>
          </p:cNvPr>
          <p:cNvSpPr>
            <a:spLocks noGrp="1"/>
          </p:cNvSpPr>
          <p:nvPr>
            <p:ph type="body" sz="quarter" idx="21" hasCustomPrompt="1"/>
          </p:nvPr>
        </p:nvSpPr>
        <p:spPr>
          <a:xfrm>
            <a:off x="2863036" y="222648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1" name="Marcador de texto 22">
            <a:extLst>
              <a:ext uri="{FF2B5EF4-FFF2-40B4-BE49-F238E27FC236}">
                <a16:creationId xmlns:a16="http://schemas.microsoft.com/office/drawing/2014/main" id="{A0B2EE3C-4B3B-00BB-562B-56251344F3FF}"/>
              </a:ext>
            </a:extLst>
          </p:cNvPr>
          <p:cNvSpPr>
            <a:spLocks noGrp="1"/>
          </p:cNvSpPr>
          <p:nvPr>
            <p:ph type="body" sz="quarter" idx="22" hasCustomPrompt="1"/>
          </p:nvPr>
        </p:nvSpPr>
        <p:spPr>
          <a:xfrm>
            <a:off x="2863036" y="273396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2" name="Marcador de texto 22">
            <a:extLst>
              <a:ext uri="{FF2B5EF4-FFF2-40B4-BE49-F238E27FC236}">
                <a16:creationId xmlns:a16="http://schemas.microsoft.com/office/drawing/2014/main" id="{738363FB-9024-AA09-4310-8EBB5D959024}"/>
              </a:ext>
            </a:extLst>
          </p:cNvPr>
          <p:cNvSpPr>
            <a:spLocks noGrp="1"/>
          </p:cNvSpPr>
          <p:nvPr>
            <p:ph type="body" sz="quarter" idx="23" hasCustomPrompt="1"/>
          </p:nvPr>
        </p:nvSpPr>
        <p:spPr>
          <a:xfrm>
            <a:off x="627836" y="222648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3" name="Marcador de texto 22">
            <a:extLst>
              <a:ext uri="{FF2B5EF4-FFF2-40B4-BE49-F238E27FC236}">
                <a16:creationId xmlns:a16="http://schemas.microsoft.com/office/drawing/2014/main" id="{57F6785A-6458-AE7F-2894-C04153485852}"/>
              </a:ext>
            </a:extLst>
          </p:cNvPr>
          <p:cNvSpPr>
            <a:spLocks noGrp="1"/>
          </p:cNvSpPr>
          <p:nvPr>
            <p:ph type="body" sz="quarter" idx="24" hasCustomPrompt="1"/>
          </p:nvPr>
        </p:nvSpPr>
        <p:spPr>
          <a:xfrm>
            <a:off x="627836" y="2733968"/>
            <a:ext cx="1708964" cy="697104"/>
          </a:xfrm>
          <a:prstGeom prst="rect">
            <a:avLst/>
          </a:prstGeom>
        </p:spPr>
        <p:txBody>
          <a:bodyPr rtlCol="0" anchor="t">
            <a:normAutofit/>
          </a:bodyPr>
          <a:lstStyle>
            <a:lvl1pPr marL="0" indent="0" algn="ctr">
              <a:lnSpc>
                <a:spcPct val="114000"/>
              </a:lnSpc>
              <a:spcBef>
                <a:spcPts val="0"/>
              </a:spcBef>
              <a:buNone/>
              <a:defRPr lang="es-ES" sz="1050" spc="50" baseline="0">
                <a:solidFill>
                  <a:schemeClr val="bg1"/>
                </a:solidFill>
              </a:defRPr>
            </a:lvl1pPr>
          </a:lstStyle>
          <a:p>
            <a:pPr lvl="0" rtl="0"/>
            <a:r>
              <a:rPr lang="es-ES" dirty="0"/>
              <a:t>Agregar texto</a:t>
            </a:r>
          </a:p>
        </p:txBody>
      </p:sp>
      <p:sp>
        <p:nvSpPr>
          <p:cNvPr id="14" name="Marcador de texto 22">
            <a:extLst>
              <a:ext uri="{FF2B5EF4-FFF2-40B4-BE49-F238E27FC236}">
                <a16:creationId xmlns:a16="http://schemas.microsoft.com/office/drawing/2014/main" id="{FCE52C46-A13B-E4E6-4F3F-4494C3E14E3A}"/>
              </a:ext>
            </a:extLst>
          </p:cNvPr>
          <p:cNvSpPr>
            <a:spLocks noGrp="1"/>
          </p:cNvSpPr>
          <p:nvPr>
            <p:ph type="body" sz="quarter" idx="25" hasCustomPrompt="1"/>
          </p:nvPr>
        </p:nvSpPr>
        <p:spPr>
          <a:xfrm>
            <a:off x="4821144" y="222648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6" name="Marcador de texto 22">
            <a:extLst>
              <a:ext uri="{FF2B5EF4-FFF2-40B4-BE49-F238E27FC236}">
                <a16:creationId xmlns:a16="http://schemas.microsoft.com/office/drawing/2014/main" id="{E012D3E6-B8AA-59EB-EBC2-29AE4051C6B1}"/>
              </a:ext>
            </a:extLst>
          </p:cNvPr>
          <p:cNvSpPr>
            <a:spLocks noGrp="1"/>
          </p:cNvSpPr>
          <p:nvPr>
            <p:ph type="body" sz="quarter" idx="26" hasCustomPrompt="1"/>
          </p:nvPr>
        </p:nvSpPr>
        <p:spPr>
          <a:xfrm>
            <a:off x="4821144" y="273396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7" name="Marcador de texto 22">
            <a:extLst>
              <a:ext uri="{FF2B5EF4-FFF2-40B4-BE49-F238E27FC236}">
                <a16:creationId xmlns:a16="http://schemas.microsoft.com/office/drawing/2014/main" id="{4A55FC95-2AA2-95B8-85A7-40F2636C0C0F}"/>
              </a:ext>
            </a:extLst>
          </p:cNvPr>
          <p:cNvSpPr>
            <a:spLocks noGrp="1"/>
          </p:cNvSpPr>
          <p:nvPr>
            <p:ph type="body" sz="quarter" idx="27" hasCustomPrompt="1"/>
          </p:nvPr>
        </p:nvSpPr>
        <p:spPr>
          <a:xfrm>
            <a:off x="6834671" y="222648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8" name="Marcador de texto 22">
            <a:extLst>
              <a:ext uri="{FF2B5EF4-FFF2-40B4-BE49-F238E27FC236}">
                <a16:creationId xmlns:a16="http://schemas.microsoft.com/office/drawing/2014/main" id="{9DA77868-3C90-EB78-158C-141225DAE70A}"/>
              </a:ext>
            </a:extLst>
          </p:cNvPr>
          <p:cNvSpPr>
            <a:spLocks noGrp="1"/>
          </p:cNvSpPr>
          <p:nvPr>
            <p:ph type="body" sz="quarter" idx="28" hasCustomPrompt="1"/>
          </p:nvPr>
        </p:nvSpPr>
        <p:spPr>
          <a:xfrm>
            <a:off x="6834671" y="273396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9" name="Marcador de texto 22">
            <a:extLst>
              <a:ext uri="{FF2B5EF4-FFF2-40B4-BE49-F238E27FC236}">
                <a16:creationId xmlns:a16="http://schemas.microsoft.com/office/drawing/2014/main" id="{57BD450E-D594-1D9D-B0A9-3872D33D5FB3}"/>
              </a:ext>
            </a:extLst>
          </p:cNvPr>
          <p:cNvSpPr>
            <a:spLocks noGrp="1"/>
          </p:cNvSpPr>
          <p:nvPr>
            <p:ph type="body" sz="quarter" idx="29" hasCustomPrompt="1"/>
          </p:nvPr>
        </p:nvSpPr>
        <p:spPr>
          <a:xfrm>
            <a:off x="562181" y="474660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20" name="Marcador de texto 22">
            <a:extLst>
              <a:ext uri="{FF2B5EF4-FFF2-40B4-BE49-F238E27FC236}">
                <a16:creationId xmlns:a16="http://schemas.microsoft.com/office/drawing/2014/main" id="{4EC14038-7E36-EA3F-FE97-57AAA8586675}"/>
              </a:ext>
            </a:extLst>
          </p:cNvPr>
          <p:cNvSpPr>
            <a:spLocks noGrp="1"/>
          </p:cNvSpPr>
          <p:nvPr>
            <p:ph type="body" sz="quarter" idx="30" hasCustomPrompt="1"/>
          </p:nvPr>
        </p:nvSpPr>
        <p:spPr>
          <a:xfrm>
            <a:off x="562181" y="506388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24" name="Elipse 23">
            <a:extLst>
              <a:ext uri="{FF2B5EF4-FFF2-40B4-BE49-F238E27FC236}">
                <a16:creationId xmlns:a16="http://schemas.microsoft.com/office/drawing/2014/main" id="{9CF64028-C1E4-6E5A-077A-F0DC4E93D88F}"/>
              </a:ext>
            </a:extLst>
          </p:cNvPr>
          <p:cNvSpPr/>
          <p:nvPr/>
        </p:nvSpPr>
        <p:spPr>
          <a:xfrm rot="16200000">
            <a:off x="1121266" y="3876431"/>
            <a:ext cx="590795" cy="590795"/>
          </a:xfrm>
          <a:prstGeom prst="ellipse">
            <a:avLst/>
          </a:prstGeom>
          <a:solidFill>
            <a:srgbClr val="14A8ED"/>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3" name="Elipse 82">
            <a:extLst>
              <a:ext uri="{FF2B5EF4-FFF2-40B4-BE49-F238E27FC236}">
                <a16:creationId xmlns:a16="http://schemas.microsoft.com/office/drawing/2014/main" id="{EB262B70-7A8F-7D2C-2F27-0CFDB3631BF3}"/>
              </a:ext>
            </a:extLst>
          </p:cNvPr>
          <p:cNvSpPr/>
          <p:nvPr/>
        </p:nvSpPr>
        <p:spPr>
          <a:xfrm rot="16200000">
            <a:off x="5302926" y="3876431"/>
            <a:ext cx="590795" cy="590795"/>
          </a:xfrm>
          <a:prstGeom prst="ellipse">
            <a:avLst/>
          </a:prstGeom>
          <a:solidFill>
            <a:srgbClr val="08459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9" name="Elipse 88">
            <a:extLst>
              <a:ext uri="{FF2B5EF4-FFF2-40B4-BE49-F238E27FC236}">
                <a16:creationId xmlns:a16="http://schemas.microsoft.com/office/drawing/2014/main" id="{DBA03956-E53A-71AA-08CD-AA697C565EE1}"/>
              </a:ext>
            </a:extLst>
          </p:cNvPr>
          <p:cNvSpPr/>
          <p:nvPr/>
        </p:nvSpPr>
        <p:spPr>
          <a:xfrm rot="16200000">
            <a:off x="7393756" y="3876431"/>
            <a:ext cx="590795" cy="590795"/>
          </a:xfrm>
          <a:prstGeom prst="ellipse">
            <a:avLst/>
          </a:prstGeom>
          <a:solidFill>
            <a:srgbClr val="1E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92" name="Elipse 91">
            <a:extLst>
              <a:ext uri="{FF2B5EF4-FFF2-40B4-BE49-F238E27FC236}">
                <a16:creationId xmlns:a16="http://schemas.microsoft.com/office/drawing/2014/main" id="{9E6EBDEC-6656-C086-5B1A-1D9A992F650C}"/>
              </a:ext>
            </a:extLst>
          </p:cNvPr>
          <p:cNvSpPr/>
          <p:nvPr/>
        </p:nvSpPr>
        <p:spPr>
          <a:xfrm rot="16200000">
            <a:off x="3212096" y="3876431"/>
            <a:ext cx="590795" cy="590795"/>
          </a:xfrm>
          <a:prstGeom prst="ellipse">
            <a:avLst/>
          </a:prstGeom>
          <a:solidFill>
            <a:srgbClr val="1A6FB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96" name="Marcador de texto 22">
            <a:extLst>
              <a:ext uri="{FF2B5EF4-FFF2-40B4-BE49-F238E27FC236}">
                <a16:creationId xmlns:a16="http://schemas.microsoft.com/office/drawing/2014/main" id="{A72A91CB-B117-9B4D-74E5-83F2F3FD673B}"/>
              </a:ext>
            </a:extLst>
          </p:cNvPr>
          <p:cNvSpPr>
            <a:spLocks noGrp="1"/>
          </p:cNvSpPr>
          <p:nvPr>
            <p:ph type="body" sz="quarter" idx="31" hasCustomPrompt="1"/>
          </p:nvPr>
        </p:nvSpPr>
        <p:spPr>
          <a:xfrm>
            <a:off x="2652676" y="474660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97" name="Marcador de texto 22">
            <a:extLst>
              <a:ext uri="{FF2B5EF4-FFF2-40B4-BE49-F238E27FC236}">
                <a16:creationId xmlns:a16="http://schemas.microsoft.com/office/drawing/2014/main" id="{C7F4E0AC-F2DA-5E55-11CC-24DB39EC87E0}"/>
              </a:ext>
            </a:extLst>
          </p:cNvPr>
          <p:cNvSpPr>
            <a:spLocks noGrp="1"/>
          </p:cNvSpPr>
          <p:nvPr>
            <p:ph type="body" sz="quarter" idx="32" hasCustomPrompt="1"/>
          </p:nvPr>
        </p:nvSpPr>
        <p:spPr>
          <a:xfrm>
            <a:off x="2649597" y="506388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98" name="Marcador de texto 22">
            <a:extLst>
              <a:ext uri="{FF2B5EF4-FFF2-40B4-BE49-F238E27FC236}">
                <a16:creationId xmlns:a16="http://schemas.microsoft.com/office/drawing/2014/main" id="{676D1217-F2CA-98E1-6959-E2C83F8166FE}"/>
              </a:ext>
            </a:extLst>
          </p:cNvPr>
          <p:cNvSpPr>
            <a:spLocks noGrp="1"/>
          </p:cNvSpPr>
          <p:nvPr>
            <p:ph type="body" sz="quarter" idx="33" hasCustomPrompt="1"/>
          </p:nvPr>
        </p:nvSpPr>
        <p:spPr>
          <a:xfrm>
            <a:off x="4743171" y="474660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99" name="Marcador de texto 22">
            <a:extLst>
              <a:ext uri="{FF2B5EF4-FFF2-40B4-BE49-F238E27FC236}">
                <a16:creationId xmlns:a16="http://schemas.microsoft.com/office/drawing/2014/main" id="{A4A6417D-D175-E129-0295-02D7A5CE78C0}"/>
              </a:ext>
            </a:extLst>
          </p:cNvPr>
          <p:cNvSpPr>
            <a:spLocks noGrp="1"/>
          </p:cNvSpPr>
          <p:nvPr>
            <p:ph type="body" sz="quarter" idx="34" hasCustomPrompt="1"/>
          </p:nvPr>
        </p:nvSpPr>
        <p:spPr>
          <a:xfrm>
            <a:off x="4742715" y="506388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100" name="Marcador de texto 22">
            <a:extLst>
              <a:ext uri="{FF2B5EF4-FFF2-40B4-BE49-F238E27FC236}">
                <a16:creationId xmlns:a16="http://schemas.microsoft.com/office/drawing/2014/main" id="{F40A0E92-6589-75D4-E20C-7E2501D0015C}"/>
              </a:ext>
            </a:extLst>
          </p:cNvPr>
          <p:cNvSpPr>
            <a:spLocks noGrp="1"/>
          </p:cNvSpPr>
          <p:nvPr>
            <p:ph type="body" sz="quarter" idx="35" hasCustomPrompt="1"/>
          </p:nvPr>
        </p:nvSpPr>
        <p:spPr>
          <a:xfrm>
            <a:off x="6833667" y="474660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01" name="Marcador de texto 22">
            <a:extLst>
              <a:ext uri="{FF2B5EF4-FFF2-40B4-BE49-F238E27FC236}">
                <a16:creationId xmlns:a16="http://schemas.microsoft.com/office/drawing/2014/main" id="{69D8E179-CEF9-FCB1-0861-31773A8DCAD7}"/>
              </a:ext>
            </a:extLst>
          </p:cNvPr>
          <p:cNvSpPr>
            <a:spLocks noGrp="1"/>
          </p:cNvSpPr>
          <p:nvPr>
            <p:ph type="body" sz="quarter" idx="36" hasCustomPrompt="1"/>
          </p:nvPr>
        </p:nvSpPr>
        <p:spPr>
          <a:xfrm>
            <a:off x="6833667" y="506388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35" name="Rectángulo 34">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36" name="Rectángulo 35">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37" name="Marcador de texto 22">
            <a:extLst>
              <a:ext uri="{FF2B5EF4-FFF2-40B4-BE49-F238E27FC236}">
                <a16:creationId xmlns:a16="http://schemas.microsoft.com/office/drawing/2014/main" id="{845B9658-E538-5E40-B3FF-3D6451C5BF5D}"/>
              </a:ext>
            </a:extLst>
          </p:cNvPr>
          <p:cNvSpPr>
            <a:spLocks noGrp="1"/>
          </p:cNvSpPr>
          <p:nvPr>
            <p:ph type="body" sz="quarter" idx="37"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33" name="Marcador de texto 22">
            <a:extLst>
              <a:ext uri="{FF2B5EF4-FFF2-40B4-BE49-F238E27FC236}">
                <a16:creationId xmlns:a16="http://schemas.microsoft.com/office/drawing/2014/main" id="{097492C4-B52C-4C71-95CC-AE8B8C489DE7}"/>
              </a:ext>
            </a:extLst>
          </p:cNvPr>
          <p:cNvSpPr>
            <a:spLocks noGrp="1"/>
          </p:cNvSpPr>
          <p:nvPr>
            <p:ph type="body" sz="quarter" idx="38" hasCustomPrompt="1"/>
          </p:nvPr>
        </p:nvSpPr>
        <p:spPr>
          <a:xfrm>
            <a:off x="2913144" y="1071335"/>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Agregar Título</a:t>
            </a:r>
          </a:p>
        </p:txBody>
      </p:sp>
      <p:sp>
        <p:nvSpPr>
          <p:cNvPr id="34" name="Marcador de texto 22">
            <a:extLst>
              <a:ext uri="{FF2B5EF4-FFF2-40B4-BE49-F238E27FC236}">
                <a16:creationId xmlns:a16="http://schemas.microsoft.com/office/drawing/2014/main" id="{247B223C-6209-27D1-9750-4B2C9250D340}"/>
              </a:ext>
            </a:extLst>
          </p:cNvPr>
          <p:cNvSpPr>
            <a:spLocks noGrp="1"/>
          </p:cNvSpPr>
          <p:nvPr>
            <p:ph type="body" sz="quarter" idx="39" hasCustomPrompt="1"/>
          </p:nvPr>
        </p:nvSpPr>
        <p:spPr>
          <a:xfrm>
            <a:off x="2913144" y="1468295"/>
            <a:ext cx="3317713" cy="289823"/>
          </a:xfrm>
          <a:prstGeom prst="rect">
            <a:avLst/>
          </a:prstGeom>
        </p:spPr>
        <p:txBody>
          <a:bodyPr rtlCol="0" anchor="t">
            <a:spAutoFit/>
          </a:bodyPr>
          <a:lstStyle>
            <a:lvl1pPr marL="0" indent="0" algn="ctr">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Tree>
    <p:extLst>
      <p:ext uri="{BB962C8B-B14F-4D97-AF65-F5344CB8AC3E}">
        <p14:creationId xmlns:p14="http://schemas.microsoft.com/office/powerpoint/2010/main" val="3494186141"/>
      </p:ext>
    </p:extLst>
  </p:cSld>
  <p:clrMapOvr>
    <a:masterClrMapping/>
  </p:clrMapOvr>
  <p:hf hdr="0" ftr="0"/>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Gráfico SmartArt con texto">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sp>
        <p:nvSpPr>
          <p:cNvPr id="25" name="Marcador de SmartArt 24">
            <a:extLst>
              <a:ext uri="{FF2B5EF4-FFF2-40B4-BE49-F238E27FC236}">
                <a16:creationId xmlns:a16="http://schemas.microsoft.com/office/drawing/2014/main" id="{76AD4C4E-4A46-5B0E-CDD2-4EFA36B4FB6A}"/>
              </a:ext>
            </a:extLst>
          </p:cNvPr>
          <p:cNvSpPr>
            <a:spLocks noGrp="1"/>
          </p:cNvSpPr>
          <p:nvPr>
            <p:ph type="dgm" sz="quarter" idx="10" hasCustomPrompt="1"/>
          </p:nvPr>
        </p:nvSpPr>
        <p:spPr>
          <a:xfrm>
            <a:off x="323851" y="1877692"/>
            <a:ext cx="8524874" cy="4411983"/>
          </a:xfrm>
        </p:spPr>
        <p:txBody>
          <a:bodyPr lIns="288000" rIns="288000" anchor="ctr">
            <a:normAutofit/>
          </a:bodyPr>
          <a:lstStyle>
            <a:lvl1pPr marL="0" indent="0" algn="ctr">
              <a:buNone/>
              <a:defRPr sz="1200">
                <a:solidFill>
                  <a:srgbClr val="7C7C7C"/>
                </a:solidFill>
              </a:defRPr>
            </a:lvl1pPr>
          </a:lstStyle>
          <a:p>
            <a:r>
              <a:rPr lang="es-ES" dirty="0"/>
              <a:t>Insertar elemento gráfico SmartArt</a:t>
            </a:r>
          </a:p>
        </p:txBody>
      </p:sp>
      <p:sp>
        <p:nvSpPr>
          <p:cNvPr id="22" name="Rectángulo 21">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3" name="Rectángulo 22">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4"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13" name="Marcador de texto 22">
            <a:extLst>
              <a:ext uri="{FF2B5EF4-FFF2-40B4-BE49-F238E27FC236}">
                <a16:creationId xmlns:a16="http://schemas.microsoft.com/office/drawing/2014/main" id="{097492C4-B52C-4C71-95CC-AE8B8C489DE7}"/>
              </a:ext>
            </a:extLst>
          </p:cNvPr>
          <p:cNvSpPr>
            <a:spLocks noGrp="1"/>
          </p:cNvSpPr>
          <p:nvPr>
            <p:ph type="body" sz="quarter" idx="34" hasCustomPrompt="1"/>
          </p:nvPr>
        </p:nvSpPr>
        <p:spPr>
          <a:xfrm>
            <a:off x="2913144" y="1115129"/>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Infografía 01</a:t>
            </a:r>
          </a:p>
        </p:txBody>
      </p:sp>
      <p:sp>
        <p:nvSpPr>
          <p:cNvPr id="14" name="Marcador de texto 22">
            <a:extLst>
              <a:ext uri="{FF2B5EF4-FFF2-40B4-BE49-F238E27FC236}">
                <a16:creationId xmlns:a16="http://schemas.microsoft.com/office/drawing/2014/main" id="{247B223C-6209-27D1-9750-4B2C9250D340}"/>
              </a:ext>
            </a:extLst>
          </p:cNvPr>
          <p:cNvSpPr>
            <a:spLocks noGrp="1"/>
          </p:cNvSpPr>
          <p:nvPr>
            <p:ph type="body" sz="quarter" idx="35" hasCustomPrompt="1"/>
          </p:nvPr>
        </p:nvSpPr>
        <p:spPr>
          <a:xfrm>
            <a:off x="2913144" y="1512089"/>
            <a:ext cx="3317713" cy="289823"/>
          </a:xfrm>
          <a:prstGeom prst="rect">
            <a:avLst/>
          </a:prstGeom>
        </p:spPr>
        <p:txBody>
          <a:bodyPr rtlCol="0" anchor="t">
            <a:spAutoFit/>
          </a:bodyPr>
          <a:lstStyle>
            <a:lvl1pPr marL="0" indent="0" algn="ctr">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Tree>
    <p:extLst>
      <p:ext uri="{BB962C8B-B14F-4D97-AF65-F5344CB8AC3E}">
        <p14:creationId xmlns:p14="http://schemas.microsoft.com/office/powerpoint/2010/main" val="3929847156"/>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spacio para Infografía 01">
    <p:spTree>
      <p:nvGrpSpPr>
        <p:cNvPr id="1" name=""/>
        <p:cNvGrpSpPr/>
        <p:nvPr/>
      </p:nvGrpSpPr>
      <p:grpSpPr>
        <a:xfrm>
          <a:off x="0" y="0"/>
          <a:ext cx="0" cy="0"/>
          <a:chOff x="0" y="0"/>
          <a:chExt cx="0" cy="0"/>
        </a:xfrm>
      </p:grpSpPr>
      <p:sp>
        <p:nvSpPr>
          <p:cNvPr id="6" name="Marcador de texto 22">
            <a:extLst>
              <a:ext uri="{FF2B5EF4-FFF2-40B4-BE49-F238E27FC236}">
                <a16:creationId xmlns:a16="http://schemas.microsoft.com/office/drawing/2014/main" id="{097492C4-B52C-4C71-95CC-AE8B8C489DE7}"/>
              </a:ext>
            </a:extLst>
          </p:cNvPr>
          <p:cNvSpPr>
            <a:spLocks noGrp="1"/>
          </p:cNvSpPr>
          <p:nvPr>
            <p:ph type="body" sz="quarter" idx="34" hasCustomPrompt="1"/>
          </p:nvPr>
        </p:nvSpPr>
        <p:spPr>
          <a:xfrm>
            <a:off x="2913144" y="1115129"/>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Infografía 01</a:t>
            </a:r>
          </a:p>
        </p:txBody>
      </p:sp>
      <p:sp>
        <p:nvSpPr>
          <p:cNvPr id="7" name="Marcador de texto 22">
            <a:extLst>
              <a:ext uri="{FF2B5EF4-FFF2-40B4-BE49-F238E27FC236}">
                <a16:creationId xmlns:a16="http://schemas.microsoft.com/office/drawing/2014/main" id="{247B223C-6209-27D1-9750-4B2C9250D340}"/>
              </a:ext>
            </a:extLst>
          </p:cNvPr>
          <p:cNvSpPr>
            <a:spLocks noGrp="1"/>
          </p:cNvSpPr>
          <p:nvPr>
            <p:ph type="body" sz="quarter" idx="35" hasCustomPrompt="1"/>
          </p:nvPr>
        </p:nvSpPr>
        <p:spPr>
          <a:xfrm>
            <a:off x="2913144" y="1512089"/>
            <a:ext cx="3317713" cy="289823"/>
          </a:xfrm>
          <a:prstGeom prst="rect">
            <a:avLst/>
          </a:prstGeom>
        </p:spPr>
        <p:txBody>
          <a:bodyPr rtlCol="0" anchor="t">
            <a:spAutoFit/>
          </a:bodyPr>
          <a:lstStyle>
            <a:lvl1pPr marL="0" indent="0" algn="ctr">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
        <p:nvSpPr>
          <p:cNvPr id="10" name="Marcador de texto 22">
            <a:extLst>
              <a:ext uri="{FF2B5EF4-FFF2-40B4-BE49-F238E27FC236}">
                <a16:creationId xmlns:a16="http://schemas.microsoft.com/office/drawing/2014/main" id="{57BD450E-D594-1D9D-B0A9-3872D33D5FB3}"/>
              </a:ext>
            </a:extLst>
          </p:cNvPr>
          <p:cNvSpPr>
            <a:spLocks noGrp="1"/>
          </p:cNvSpPr>
          <p:nvPr>
            <p:ph type="body" sz="quarter" idx="29" hasCustomPrompt="1"/>
          </p:nvPr>
        </p:nvSpPr>
        <p:spPr>
          <a:xfrm>
            <a:off x="562181" y="493064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1" name="Marcador de texto 22">
            <a:extLst>
              <a:ext uri="{FF2B5EF4-FFF2-40B4-BE49-F238E27FC236}">
                <a16:creationId xmlns:a16="http://schemas.microsoft.com/office/drawing/2014/main" id="{4EC14038-7E36-EA3F-FE97-57AAA8586675}"/>
              </a:ext>
            </a:extLst>
          </p:cNvPr>
          <p:cNvSpPr>
            <a:spLocks noGrp="1"/>
          </p:cNvSpPr>
          <p:nvPr>
            <p:ph type="body" sz="quarter" idx="30" hasCustomPrompt="1"/>
          </p:nvPr>
        </p:nvSpPr>
        <p:spPr>
          <a:xfrm>
            <a:off x="562181" y="524792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12" name="Marcador de texto 22">
            <a:extLst>
              <a:ext uri="{FF2B5EF4-FFF2-40B4-BE49-F238E27FC236}">
                <a16:creationId xmlns:a16="http://schemas.microsoft.com/office/drawing/2014/main" id="{A72A91CB-B117-9B4D-74E5-83F2F3FD673B}"/>
              </a:ext>
            </a:extLst>
          </p:cNvPr>
          <p:cNvSpPr>
            <a:spLocks noGrp="1"/>
          </p:cNvSpPr>
          <p:nvPr>
            <p:ph type="body" sz="quarter" idx="31" hasCustomPrompt="1"/>
          </p:nvPr>
        </p:nvSpPr>
        <p:spPr>
          <a:xfrm>
            <a:off x="2652676" y="493064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3" name="Marcador de texto 22">
            <a:extLst>
              <a:ext uri="{FF2B5EF4-FFF2-40B4-BE49-F238E27FC236}">
                <a16:creationId xmlns:a16="http://schemas.microsoft.com/office/drawing/2014/main" id="{C7F4E0AC-F2DA-5E55-11CC-24DB39EC87E0}"/>
              </a:ext>
            </a:extLst>
          </p:cNvPr>
          <p:cNvSpPr>
            <a:spLocks noGrp="1"/>
          </p:cNvSpPr>
          <p:nvPr>
            <p:ph type="body" sz="quarter" idx="32" hasCustomPrompt="1"/>
          </p:nvPr>
        </p:nvSpPr>
        <p:spPr>
          <a:xfrm>
            <a:off x="2649597" y="524792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14" name="Marcador de texto 22">
            <a:extLst>
              <a:ext uri="{FF2B5EF4-FFF2-40B4-BE49-F238E27FC236}">
                <a16:creationId xmlns:a16="http://schemas.microsoft.com/office/drawing/2014/main" id="{676D1217-F2CA-98E1-6959-E2C83F8166FE}"/>
              </a:ext>
            </a:extLst>
          </p:cNvPr>
          <p:cNvSpPr>
            <a:spLocks noGrp="1"/>
          </p:cNvSpPr>
          <p:nvPr>
            <p:ph type="body" sz="quarter" idx="33" hasCustomPrompt="1"/>
          </p:nvPr>
        </p:nvSpPr>
        <p:spPr>
          <a:xfrm>
            <a:off x="4743171" y="493064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5" name="Marcador de texto 22">
            <a:extLst>
              <a:ext uri="{FF2B5EF4-FFF2-40B4-BE49-F238E27FC236}">
                <a16:creationId xmlns:a16="http://schemas.microsoft.com/office/drawing/2014/main" id="{A4A6417D-D175-E129-0295-02D7A5CE78C0}"/>
              </a:ext>
            </a:extLst>
          </p:cNvPr>
          <p:cNvSpPr>
            <a:spLocks noGrp="1"/>
          </p:cNvSpPr>
          <p:nvPr>
            <p:ph type="body" sz="quarter" idx="36" hasCustomPrompt="1"/>
          </p:nvPr>
        </p:nvSpPr>
        <p:spPr>
          <a:xfrm>
            <a:off x="4742715" y="524792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16" name="Marcador de texto 22">
            <a:extLst>
              <a:ext uri="{FF2B5EF4-FFF2-40B4-BE49-F238E27FC236}">
                <a16:creationId xmlns:a16="http://schemas.microsoft.com/office/drawing/2014/main" id="{F40A0E92-6589-75D4-E20C-7E2501D0015C}"/>
              </a:ext>
            </a:extLst>
          </p:cNvPr>
          <p:cNvSpPr>
            <a:spLocks noGrp="1"/>
          </p:cNvSpPr>
          <p:nvPr>
            <p:ph type="body" sz="quarter" idx="37" hasCustomPrompt="1"/>
          </p:nvPr>
        </p:nvSpPr>
        <p:spPr>
          <a:xfrm>
            <a:off x="6833667" y="4930641"/>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7" name="Marcador de texto 22">
            <a:extLst>
              <a:ext uri="{FF2B5EF4-FFF2-40B4-BE49-F238E27FC236}">
                <a16:creationId xmlns:a16="http://schemas.microsoft.com/office/drawing/2014/main" id="{69D8E179-CEF9-FCB1-0861-31773A8DCAD7}"/>
              </a:ext>
            </a:extLst>
          </p:cNvPr>
          <p:cNvSpPr>
            <a:spLocks noGrp="1"/>
          </p:cNvSpPr>
          <p:nvPr>
            <p:ph type="body" sz="quarter" idx="38" hasCustomPrompt="1"/>
          </p:nvPr>
        </p:nvSpPr>
        <p:spPr>
          <a:xfrm>
            <a:off x="6833667" y="5247926"/>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24" name="Rectángulo 23">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5" name="Rectángulo 24">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6" name="Marcador de texto 22">
            <a:extLst>
              <a:ext uri="{FF2B5EF4-FFF2-40B4-BE49-F238E27FC236}">
                <a16:creationId xmlns:a16="http://schemas.microsoft.com/office/drawing/2014/main" id="{845B9658-E538-5E40-B3FF-3D6451C5BF5D}"/>
              </a:ext>
            </a:extLst>
          </p:cNvPr>
          <p:cNvSpPr>
            <a:spLocks noGrp="1"/>
          </p:cNvSpPr>
          <p:nvPr>
            <p:ph type="body" sz="quarter" idx="39"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1842995917"/>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fografía con fondo color">
    <p:spTree>
      <p:nvGrpSpPr>
        <p:cNvPr id="1" name=""/>
        <p:cNvGrpSpPr/>
        <p:nvPr/>
      </p:nvGrpSpPr>
      <p:grpSpPr>
        <a:xfrm>
          <a:off x="0" y="0"/>
          <a:ext cx="0" cy="0"/>
          <a:chOff x="0" y="0"/>
          <a:chExt cx="0" cy="0"/>
        </a:xfrm>
      </p:grpSpPr>
      <p:sp>
        <p:nvSpPr>
          <p:cNvPr id="2" name="Rectángulo 1"/>
          <p:cNvSpPr/>
          <p:nvPr userDrawn="1"/>
        </p:nvSpPr>
        <p:spPr>
          <a:xfrm>
            <a:off x="-4490" y="4435499"/>
            <a:ext cx="9148490" cy="213726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s-ES"/>
          </a:p>
        </p:txBody>
      </p:sp>
      <p:sp>
        <p:nvSpPr>
          <p:cNvPr id="20" name="Marcador de texto 22">
            <a:extLst>
              <a:ext uri="{FF2B5EF4-FFF2-40B4-BE49-F238E27FC236}">
                <a16:creationId xmlns:a16="http://schemas.microsoft.com/office/drawing/2014/main" id="{57BD450E-D594-1D9D-B0A9-3872D33D5FB3}"/>
              </a:ext>
            </a:extLst>
          </p:cNvPr>
          <p:cNvSpPr>
            <a:spLocks noGrp="1"/>
          </p:cNvSpPr>
          <p:nvPr>
            <p:ph type="body" sz="quarter" idx="29" hasCustomPrompt="1"/>
          </p:nvPr>
        </p:nvSpPr>
        <p:spPr>
          <a:xfrm>
            <a:off x="167399" y="4715482"/>
            <a:ext cx="606439" cy="498496"/>
          </a:xfrm>
          <a:prstGeom prst="rect">
            <a:avLst/>
          </a:prstGeom>
        </p:spPr>
        <p:txBody>
          <a:bodyPr lIns="0" rtlCol="0" anchor="b">
            <a:noAutofit/>
          </a:bodyPr>
          <a:lstStyle>
            <a:lvl1pPr marL="0" indent="0" algn="r">
              <a:buNone/>
              <a:defRPr lang="es-ES" sz="2800" cap="all" baseline="0">
                <a:solidFill>
                  <a:schemeClr val="bg1"/>
                </a:solidFill>
                <a:latin typeface="Montserrat" pitchFamily="2" charset="77"/>
              </a:defRPr>
            </a:lvl1pPr>
          </a:lstStyle>
          <a:p>
            <a:pPr lvl="0" rtl="0"/>
            <a:r>
              <a:rPr lang="es-ES" dirty="0"/>
              <a:t>01.</a:t>
            </a:r>
          </a:p>
        </p:txBody>
      </p:sp>
      <p:sp>
        <p:nvSpPr>
          <p:cNvPr id="21" name="Marcador de texto 22">
            <a:extLst>
              <a:ext uri="{FF2B5EF4-FFF2-40B4-BE49-F238E27FC236}">
                <a16:creationId xmlns:a16="http://schemas.microsoft.com/office/drawing/2014/main" id="{4EC14038-7E36-EA3F-FE97-57AAA8586675}"/>
              </a:ext>
            </a:extLst>
          </p:cNvPr>
          <p:cNvSpPr>
            <a:spLocks noGrp="1"/>
          </p:cNvSpPr>
          <p:nvPr>
            <p:ph type="body" sz="quarter" idx="30" hasCustomPrompt="1"/>
          </p:nvPr>
        </p:nvSpPr>
        <p:spPr>
          <a:xfrm>
            <a:off x="773838" y="5164283"/>
            <a:ext cx="1499216" cy="298543"/>
          </a:xfrm>
          <a:prstGeom prst="rect">
            <a:avLst/>
          </a:prstGeom>
        </p:spPr>
        <p:txBody>
          <a:bodyPr lIns="0" rtlCol="0" anchor="t">
            <a:spAutoFit/>
          </a:bodyPr>
          <a:lstStyle>
            <a:lvl1pPr marL="0" indent="0" algn="l">
              <a:lnSpc>
                <a:spcPct val="114000"/>
              </a:lnSpc>
              <a:spcBef>
                <a:spcPts val="0"/>
              </a:spcBef>
              <a:buNone/>
              <a:defRPr lang="es-ES" sz="1200" spc="50" baseline="0">
                <a:solidFill>
                  <a:schemeClr val="bg1"/>
                </a:solidFill>
              </a:defRPr>
            </a:lvl1pPr>
          </a:lstStyle>
          <a:p>
            <a:pPr lvl="0" rtl="0"/>
            <a:r>
              <a:rPr lang="es-ES" dirty="0"/>
              <a:t>Agregar texto</a:t>
            </a:r>
          </a:p>
        </p:txBody>
      </p:sp>
      <p:sp>
        <p:nvSpPr>
          <p:cNvPr id="25" name="Marcador de texto 22">
            <a:extLst>
              <a:ext uri="{FF2B5EF4-FFF2-40B4-BE49-F238E27FC236}">
                <a16:creationId xmlns:a16="http://schemas.microsoft.com/office/drawing/2014/main" id="{57BD450E-D594-1D9D-B0A9-3872D33D5FB3}"/>
              </a:ext>
            </a:extLst>
          </p:cNvPr>
          <p:cNvSpPr>
            <a:spLocks noGrp="1"/>
          </p:cNvSpPr>
          <p:nvPr>
            <p:ph type="body" sz="quarter" idx="42" hasCustomPrompt="1"/>
          </p:nvPr>
        </p:nvSpPr>
        <p:spPr>
          <a:xfrm>
            <a:off x="773838" y="4874460"/>
            <a:ext cx="1499216" cy="289823"/>
          </a:xfrm>
          <a:prstGeom prst="rect">
            <a:avLst/>
          </a:prstGeom>
        </p:spPr>
        <p:txBody>
          <a:bodyPr lIns="0" rtlCol="0" anchor="b">
            <a:spAutoFit/>
          </a:bodyPr>
          <a:lstStyle>
            <a:lvl1pPr marL="0" indent="0" algn="l">
              <a:buNone/>
              <a:defRPr lang="es-ES" sz="1400" cap="all" baseline="0">
                <a:solidFill>
                  <a:schemeClr val="bg1"/>
                </a:solidFill>
                <a:latin typeface="Montserrat" pitchFamily="2" charset="77"/>
              </a:defRPr>
            </a:lvl1pPr>
          </a:lstStyle>
          <a:p>
            <a:pPr lvl="0" rtl="0"/>
            <a:r>
              <a:rPr lang="es-ES" dirty="0"/>
              <a:t>TÍTULO</a:t>
            </a:r>
          </a:p>
        </p:txBody>
      </p:sp>
      <p:sp>
        <p:nvSpPr>
          <p:cNvPr id="26" name="Marcador de texto 22">
            <a:extLst>
              <a:ext uri="{FF2B5EF4-FFF2-40B4-BE49-F238E27FC236}">
                <a16:creationId xmlns:a16="http://schemas.microsoft.com/office/drawing/2014/main" id="{57BD450E-D594-1D9D-B0A9-3872D33D5FB3}"/>
              </a:ext>
            </a:extLst>
          </p:cNvPr>
          <p:cNvSpPr>
            <a:spLocks noGrp="1"/>
          </p:cNvSpPr>
          <p:nvPr>
            <p:ph type="body" sz="quarter" idx="43" hasCustomPrompt="1"/>
          </p:nvPr>
        </p:nvSpPr>
        <p:spPr>
          <a:xfrm>
            <a:off x="2412203" y="4715482"/>
            <a:ext cx="606439" cy="498496"/>
          </a:xfrm>
          <a:prstGeom prst="rect">
            <a:avLst/>
          </a:prstGeom>
        </p:spPr>
        <p:txBody>
          <a:bodyPr lIns="0" rtlCol="0" anchor="b">
            <a:noAutofit/>
          </a:bodyPr>
          <a:lstStyle>
            <a:lvl1pPr marL="0" indent="0" algn="r">
              <a:buNone/>
              <a:defRPr lang="es-ES" sz="2800" cap="all" baseline="0">
                <a:solidFill>
                  <a:schemeClr val="bg1"/>
                </a:solidFill>
                <a:latin typeface="Montserrat" pitchFamily="2" charset="77"/>
              </a:defRPr>
            </a:lvl1pPr>
          </a:lstStyle>
          <a:p>
            <a:pPr lvl="0" rtl="0"/>
            <a:r>
              <a:rPr lang="es-ES" dirty="0"/>
              <a:t>02.</a:t>
            </a:r>
          </a:p>
        </p:txBody>
      </p:sp>
      <p:sp>
        <p:nvSpPr>
          <p:cNvPr id="27" name="Marcador de texto 22">
            <a:extLst>
              <a:ext uri="{FF2B5EF4-FFF2-40B4-BE49-F238E27FC236}">
                <a16:creationId xmlns:a16="http://schemas.microsoft.com/office/drawing/2014/main" id="{4EC14038-7E36-EA3F-FE97-57AAA8586675}"/>
              </a:ext>
            </a:extLst>
          </p:cNvPr>
          <p:cNvSpPr>
            <a:spLocks noGrp="1"/>
          </p:cNvSpPr>
          <p:nvPr>
            <p:ph type="body" sz="quarter" idx="44" hasCustomPrompt="1"/>
          </p:nvPr>
        </p:nvSpPr>
        <p:spPr>
          <a:xfrm>
            <a:off x="3018811" y="5164283"/>
            <a:ext cx="1499216" cy="298543"/>
          </a:xfrm>
          <a:prstGeom prst="rect">
            <a:avLst/>
          </a:prstGeom>
        </p:spPr>
        <p:txBody>
          <a:bodyPr lIns="0" rtlCol="0" anchor="t">
            <a:spAutoFit/>
          </a:bodyPr>
          <a:lstStyle>
            <a:lvl1pPr marL="0" indent="0" algn="l">
              <a:lnSpc>
                <a:spcPct val="114000"/>
              </a:lnSpc>
              <a:spcBef>
                <a:spcPts val="0"/>
              </a:spcBef>
              <a:buNone/>
              <a:defRPr lang="es-ES" sz="1200" spc="50" baseline="0">
                <a:solidFill>
                  <a:schemeClr val="bg1"/>
                </a:solidFill>
              </a:defRPr>
            </a:lvl1pPr>
          </a:lstStyle>
          <a:p>
            <a:pPr lvl="0" rtl="0"/>
            <a:r>
              <a:rPr lang="es-ES" dirty="0"/>
              <a:t>Agregar texto</a:t>
            </a:r>
          </a:p>
        </p:txBody>
      </p:sp>
      <p:sp>
        <p:nvSpPr>
          <p:cNvPr id="30" name="Marcador de texto 22">
            <a:extLst>
              <a:ext uri="{FF2B5EF4-FFF2-40B4-BE49-F238E27FC236}">
                <a16:creationId xmlns:a16="http://schemas.microsoft.com/office/drawing/2014/main" id="{57BD450E-D594-1D9D-B0A9-3872D33D5FB3}"/>
              </a:ext>
            </a:extLst>
          </p:cNvPr>
          <p:cNvSpPr>
            <a:spLocks noGrp="1"/>
          </p:cNvSpPr>
          <p:nvPr>
            <p:ph type="body" sz="quarter" idx="45" hasCustomPrompt="1"/>
          </p:nvPr>
        </p:nvSpPr>
        <p:spPr>
          <a:xfrm>
            <a:off x="3018642" y="4874460"/>
            <a:ext cx="1499216" cy="289823"/>
          </a:xfrm>
          <a:prstGeom prst="rect">
            <a:avLst/>
          </a:prstGeom>
        </p:spPr>
        <p:txBody>
          <a:bodyPr lIns="0" rtlCol="0" anchor="b">
            <a:spAutoFit/>
          </a:bodyPr>
          <a:lstStyle>
            <a:lvl1pPr marL="0" indent="0" algn="l">
              <a:buNone/>
              <a:defRPr lang="es-ES" sz="1400" cap="all" baseline="0">
                <a:solidFill>
                  <a:schemeClr val="bg1"/>
                </a:solidFill>
                <a:latin typeface="Montserrat" pitchFamily="2" charset="77"/>
              </a:defRPr>
            </a:lvl1pPr>
          </a:lstStyle>
          <a:p>
            <a:pPr lvl="0" rtl="0"/>
            <a:r>
              <a:rPr lang="es-ES" dirty="0"/>
              <a:t>TÍTULO</a:t>
            </a:r>
          </a:p>
        </p:txBody>
      </p:sp>
      <p:sp>
        <p:nvSpPr>
          <p:cNvPr id="31" name="Marcador de texto 22">
            <a:extLst>
              <a:ext uri="{FF2B5EF4-FFF2-40B4-BE49-F238E27FC236}">
                <a16:creationId xmlns:a16="http://schemas.microsoft.com/office/drawing/2014/main" id="{57BD450E-D594-1D9D-B0A9-3872D33D5FB3}"/>
              </a:ext>
            </a:extLst>
          </p:cNvPr>
          <p:cNvSpPr>
            <a:spLocks noGrp="1"/>
          </p:cNvSpPr>
          <p:nvPr>
            <p:ph type="body" sz="quarter" idx="46" hasCustomPrompt="1"/>
          </p:nvPr>
        </p:nvSpPr>
        <p:spPr>
          <a:xfrm>
            <a:off x="4663458" y="4715482"/>
            <a:ext cx="606439" cy="498496"/>
          </a:xfrm>
          <a:prstGeom prst="rect">
            <a:avLst/>
          </a:prstGeom>
        </p:spPr>
        <p:txBody>
          <a:bodyPr lIns="0" rtlCol="0" anchor="b">
            <a:noAutofit/>
          </a:bodyPr>
          <a:lstStyle>
            <a:lvl1pPr marL="0" indent="0" algn="r">
              <a:buNone/>
              <a:defRPr lang="es-ES" sz="2800" cap="all" baseline="0">
                <a:solidFill>
                  <a:schemeClr val="bg1"/>
                </a:solidFill>
                <a:latin typeface="Montserrat" pitchFamily="2" charset="77"/>
              </a:defRPr>
            </a:lvl1pPr>
          </a:lstStyle>
          <a:p>
            <a:pPr lvl="0" rtl="0"/>
            <a:r>
              <a:rPr lang="es-ES" dirty="0"/>
              <a:t>03.</a:t>
            </a:r>
          </a:p>
        </p:txBody>
      </p:sp>
      <p:sp>
        <p:nvSpPr>
          <p:cNvPr id="32" name="Marcador de texto 22">
            <a:extLst>
              <a:ext uri="{FF2B5EF4-FFF2-40B4-BE49-F238E27FC236}">
                <a16:creationId xmlns:a16="http://schemas.microsoft.com/office/drawing/2014/main" id="{4EC14038-7E36-EA3F-FE97-57AAA8586675}"/>
              </a:ext>
            </a:extLst>
          </p:cNvPr>
          <p:cNvSpPr>
            <a:spLocks noGrp="1"/>
          </p:cNvSpPr>
          <p:nvPr>
            <p:ph type="body" sz="quarter" idx="47" hasCustomPrompt="1"/>
          </p:nvPr>
        </p:nvSpPr>
        <p:spPr>
          <a:xfrm>
            <a:off x="5269897" y="5164283"/>
            <a:ext cx="1499216" cy="298543"/>
          </a:xfrm>
          <a:prstGeom prst="rect">
            <a:avLst/>
          </a:prstGeom>
        </p:spPr>
        <p:txBody>
          <a:bodyPr lIns="0" rtlCol="0" anchor="t">
            <a:spAutoFit/>
          </a:bodyPr>
          <a:lstStyle>
            <a:lvl1pPr marL="0" indent="0" algn="l">
              <a:lnSpc>
                <a:spcPct val="114000"/>
              </a:lnSpc>
              <a:spcBef>
                <a:spcPts val="0"/>
              </a:spcBef>
              <a:buNone/>
              <a:defRPr lang="es-ES" sz="1200" spc="50" baseline="0">
                <a:solidFill>
                  <a:schemeClr val="bg1"/>
                </a:solidFill>
              </a:defRPr>
            </a:lvl1pPr>
          </a:lstStyle>
          <a:p>
            <a:pPr lvl="0" rtl="0"/>
            <a:r>
              <a:rPr lang="es-ES" dirty="0"/>
              <a:t>Agregar texto</a:t>
            </a:r>
          </a:p>
        </p:txBody>
      </p:sp>
      <p:sp>
        <p:nvSpPr>
          <p:cNvPr id="33" name="Marcador de texto 22">
            <a:extLst>
              <a:ext uri="{FF2B5EF4-FFF2-40B4-BE49-F238E27FC236}">
                <a16:creationId xmlns:a16="http://schemas.microsoft.com/office/drawing/2014/main" id="{57BD450E-D594-1D9D-B0A9-3872D33D5FB3}"/>
              </a:ext>
            </a:extLst>
          </p:cNvPr>
          <p:cNvSpPr>
            <a:spLocks noGrp="1"/>
          </p:cNvSpPr>
          <p:nvPr>
            <p:ph type="body" sz="quarter" idx="48" hasCustomPrompt="1"/>
          </p:nvPr>
        </p:nvSpPr>
        <p:spPr>
          <a:xfrm>
            <a:off x="5269897" y="4874460"/>
            <a:ext cx="1499216" cy="289823"/>
          </a:xfrm>
          <a:prstGeom prst="rect">
            <a:avLst/>
          </a:prstGeom>
        </p:spPr>
        <p:txBody>
          <a:bodyPr lIns="0" rtlCol="0" anchor="b">
            <a:spAutoFit/>
          </a:bodyPr>
          <a:lstStyle>
            <a:lvl1pPr marL="0" indent="0" algn="l">
              <a:buNone/>
              <a:defRPr lang="es-ES" sz="1400" cap="all" baseline="0">
                <a:solidFill>
                  <a:schemeClr val="bg1"/>
                </a:solidFill>
                <a:latin typeface="Montserrat" pitchFamily="2" charset="77"/>
              </a:defRPr>
            </a:lvl1pPr>
          </a:lstStyle>
          <a:p>
            <a:pPr lvl="0" rtl="0"/>
            <a:r>
              <a:rPr lang="es-ES" dirty="0"/>
              <a:t>TÍTULO</a:t>
            </a:r>
          </a:p>
        </p:txBody>
      </p:sp>
      <p:sp>
        <p:nvSpPr>
          <p:cNvPr id="34" name="Marcador de texto 22">
            <a:extLst>
              <a:ext uri="{FF2B5EF4-FFF2-40B4-BE49-F238E27FC236}">
                <a16:creationId xmlns:a16="http://schemas.microsoft.com/office/drawing/2014/main" id="{57BD450E-D594-1D9D-B0A9-3872D33D5FB3}"/>
              </a:ext>
            </a:extLst>
          </p:cNvPr>
          <p:cNvSpPr>
            <a:spLocks noGrp="1"/>
          </p:cNvSpPr>
          <p:nvPr>
            <p:ph type="body" sz="quarter" idx="49" hasCustomPrompt="1"/>
          </p:nvPr>
        </p:nvSpPr>
        <p:spPr>
          <a:xfrm>
            <a:off x="6769114" y="4715482"/>
            <a:ext cx="709424" cy="498496"/>
          </a:xfrm>
          <a:prstGeom prst="rect">
            <a:avLst/>
          </a:prstGeom>
        </p:spPr>
        <p:txBody>
          <a:bodyPr lIns="0" rtlCol="0" anchor="b">
            <a:noAutofit/>
          </a:bodyPr>
          <a:lstStyle>
            <a:lvl1pPr marL="0" indent="0" algn="r">
              <a:buNone/>
              <a:defRPr lang="es-ES" sz="2800" cap="all" baseline="0">
                <a:solidFill>
                  <a:schemeClr val="bg1"/>
                </a:solidFill>
                <a:latin typeface="Montserrat" pitchFamily="2" charset="77"/>
              </a:defRPr>
            </a:lvl1pPr>
          </a:lstStyle>
          <a:p>
            <a:pPr lvl="0" rtl="0"/>
            <a:r>
              <a:rPr lang="es-ES" dirty="0"/>
              <a:t>04.</a:t>
            </a:r>
          </a:p>
        </p:txBody>
      </p:sp>
      <p:sp>
        <p:nvSpPr>
          <p:cNvPr id="35" name="Marcador de texto 22">
            <a:extLst>
              <a:ext uri="{FF2B5EF4-FFF2-40B4-BE49-F238E27FC236}">
                <a16:creationId xmlns:a16="http://schemas.microsoft.com/office/drawing/2014/main" id="{4EC14038-7E36-EA3F-FE97-57AAA8586675}"/>
              </a:ext>
            </a:extLst>
          </p:cNvPr>
          <p:cNvSpPr>
            <a:spLocks noGrp="1"/>
          </p:cNvSpPr>
          <p:nvPr>
            <p:ph type="body" sz="quarter" idx="50" hasCustomPrompt="1"/>
          </p:nvPr>
        </p:nvSpPr>
        <p:spPr>
          <a:xfrm>
            <a:off x="7478537" y="5164283"/>
            <a:ext cx="1499216" cy="298543"/>
          </a:xfrm>
          <a:prstGeom prst="rect">
            <a:avLst/>
          </a:prstGeom>
        </p:spPr>
        <p:txBody>
          <a:bodyPr lIns="0" rtlCol="0" anchor="t">
            <a:spAutoFit/>
          </a:bodyPr>
          <a:lstStyle>
            <a:lvl1pPr marL="0" indent="0" algn="l">
              <a:lnSpc>
                <a:spcPct val="114000"/>
              </a:lnSpc>
              <a:spcBef>
                <a:spcPts val="0"/>
              </a:spcBef>
              <a:buNone/>
              <a:defRPr lang="es-ES" sz="1200" spc="50" baseline="0">
                <a:solidFill>
                  <a:schemeClr val="bg1"/>
                </a:solidFill>
              </a:defRPr>
            </a:lvl1pPr>
          </a:lstStyle>
          <a:p>
            <a:pPr lvl="0" rtl="0"/>
            <a:r>
              <a:rPr lang="es-ES" dirty="0"/>
              <a:t>Agregar texto</a:t>
            </a:r>
          </a:p>
        </p:txBody>
      </p:sp>
      <p:sp>
        <p:nvSpPr>
          <p:cNvPr id="36" name="Marcador de texto 22">
            <a:extLst>
              <a:ext uri="{FF2B5EF4-FFF2-40B4-BE49-F238E27FC236}">
                <a16:creationId xmlns:a16="http://schemas.microsoft.com/office/drawing/2014/main" id="{57BD450E-D594-1D9D-B0A9-3872D33D5FB3}"/>
              </a:ext>
            </a:extLst>
          </p:cNvPr>
          <p:cNvSpPr>
            <a:spLocks noGrp="1"/>
          </p:cNvSpPr>
          <p:nvPr>
            <p:ph type="body" sz="quarter" idx="51" hasCustomPrompt="1"/>
          </p:nvPr>
        </p:nvSpPr>
        <p:spPr>
          <a:xfrm>
            <a:off x="7478537" y="4874460"/>
            <a:ext cx="1499216" cy="289823"/>
          </a:xfrm>
          <a:prstGeom prst="rect">
            <a:avLst/>
          </a:prstGeom>
        </p:spPr>
        <p:txBody>
          <a:bodyPr lIns="0" rtlCol="0" anchor="b">
            <a:spAutoFit/>
          </a:bodyPr>
          <a:lstStyle>
            <a:lvl1pPr marL="0" indent="0" algn="l">
              <a:buNone/>
              <a:defRPr lang="es-ES" sz="1400" cap="all" baseline="0">
                <a:solidFill>
                  <a:schemeClr val="bg1"/>
                </a:solidFill>
                <a:latin typeface="Montserrat" pitchFamily="2" charset="77"/>
              </a:defRPr>
            </a:lvl1pPr>
          </a:lstStyle>
          <a:p>
            <a:pPr lvl="0" rtl="0"/>
            <a:r>
              <a:rPr lang="es-ES" dirty="0"/>
              <a:t>TÍTULO</a:t>
            </a:r>
          </a:p>
        </p:txBody>
      </p:sp>
      <p:sp>
        <p:nvSpPr>
          <p:cNvPr id="37" name="Rectángulo 36">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38" name="Rectángulo 37">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48"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24" name="Marcador de texto 22">
            <a:extLst>
              <a:ext uri="{FF2B5EF4-FFF2-40B4-BE49-F238E27FC236}">
                <a16:creationId xmlns:a16="http://schemas.microsoft.com/office/drawing/2014/main" id="{097492C4-B52C-4C71-95CC-AE8B8C489DE7}"/>
              </a:ext>
            </a:extLst>
          </p:cNvPr>
          <p:cNvSpPr>
            <a:spLocks noGrp="1"/>
          </p:cNvSpPr>
          <p:nvPr>
            <p:ph type="body" sz="quarter" idx="34" hasCustomPrompt="1"/>
          </p:nvPr>
        </p:nvSpPr>
        <p:spPr>
          <a:xfrm>
            <a:off x="2913144" y="1115129"/>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Infografía 01</a:t>
            </a:r>
          </a:p>
        </p:txBody>
      </p:sp>
      <p:sp>
        <p:nvSpPr>
          <p:cNvPr id="28" name="Marcador de texto 22">
            <a:extLst>
              <a:ext uri="{FF2B5EF4-FFF2-40B4-BE49-F238E27FC236}">
                <a16:creationId xmlns:a16="http://schemas.microsoft.com/office/drawing/2014/main" id="{247B223C-6209-27D1-9750-4B2C9250D340}"/>
              </a:ext>
            </a:extLst>
          </p:cNvPr>
          <p:cNvSpPr>
            <a:spLocks noGrp="1"/>
          </p:cNvSpPr>
          <p:nvPr>
            <p:ph type="body" sz="quarter" idx="35" hasCustomPrompt="1"/>
          </p:nvPr>
        </p:nvSpPr>
        <p:spPr>
          <a:xfrm>
            <a:off x="2913144" y="1512089"/>
            <a:ext cx="3317713" cy="289823"/>
          </a:xfrm>
          <a:prstGeom prst="rect">
            <a:avLst/>
          </a:prstGeom>
        </p:spPr>
        <p:txBody>
          <a:bodyPr rtlCol="0" anchor="t">
            <a:spAutoFit/>
          </a:bodyPr>
          <a:lstStyle>
            <a:lvl1pPr marL="0" indent="0" algn="ctr">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Tree>
    <p:extLst>
      <p:ext uri="{BB962C8B-B14F-4D97-AF65-F5344CB8AC3E}">
        <p14:creationId xmlns:p14="http://schemas.microsoft.com/office/powerpoint/2010/main" val="3332411294"/>
      </p:ext>
    </p:extLst>
  </p:cSld>
  <p:clrMapOvr>
    <a:masterClrMapping/>
  </p:clrMapOvr>
  <p:hf hdr="0" ftr="0"/>
  <p:extLst>
    <p:ext uri="{DCECCB84-F9BA-43D5-87BE-67443E8EF086}">
      <p15:sldGuideLst xmlns:p15="http://schemas.microsoft.com/office/powerpoint/2012/main">
        <p15:guide id="1" orient="horz" pos="320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spacio para Infografía 02">
    <p:spTree>
      <p:nvGrpSpPr>
        <p:cNvPr id="1" name=""/>
        <p:cNvGrpSpPr/>
        <p:nvPr/>
      </p:nvGrpSpPr>
      <p:grpSpPr>
        <a:xfrm>
          <a:off x="0" y="0"/>
          <a:ext cx="0" cy="0"/>
          <a:chOff x="0" y="0"/>
          <a:chExt cx="0" cy="0"/>
        </a:xfrm>
      </p:grpSpPr>
      <p:sp>
        <p:nvSpPr>
          <p:cNvPr id="6" name="Marcador de texto 22">
            <a:extLst>
              <a:ext uri="{FF2B5EF4-FFF2-40B4-BE49-F238E27FC236}">
                <a16:creationId xmlns:a16="http://schemas.microsoft.com/office/drawing/2014/main" id="{097492C4-B52C-4C71-95CC-AE8B8C489DE7}"/>
              </a:ext>
            </a:extLst>
          </p:cNvPr>
          <p:cNvSpPr>
            <a:spLocks noGrp="1"/>
          </p:cNvSpPr>
          <p:nvPr>
            <p:ph type="body" sz="quarter" idx="34" hasCustomPrompt="1"/>
          </p:nvPr>
        </p:nvSpPr>
        <p:spPr>
          <a:xfrm>
            <a:off x="378000" y="1340015"/>
            <a:ext cx="3317713" cy="374461"/>
          </a:xfrm>
          <a:prstGeom prst="rect">
            <a:avLst/>
          </a:prstGeom>
        </p:spPr>
        <p:txBody>
          <a:bodyPr rtlCol="0" anchor="b">
            <a:spAutoFit/>
          </a:bodyPr>
          <a:lstStyle>
            <a:lvl1pPr marL="0" indent="0" algn="l">
              <a:buNone/>
              <a:defRPr lang="es-ES" sz="2000" cap="none" baseline="0">
                <a:solidFill>
                  <a:schemeClr val="bg1">
                    <a:lumMod val="75000"/>
                  </a:schemeClr>
                </a:solidFill>
                <a:latin typeface="Montserrat" pitchFamily="2" charset="77"/>
              </a:defRPr>
            </a:lvl1pPr>
          </a:lstStyle>
          <a:p>
            <a:pPr lvl="0" rtl="0"/>
            <a:r>
              <a:rPr lang="es-ES" dirty="0"/>
              <a:t>Título Infografía 02</a:t>
            </a:r>
          </a:p>
        </p:txBody>
      </p:sp>
      <p:sp>
        <p:nvSpPr>
          <p:cNvPr id="7" name="Marcador de texto 22">
            <a:extLst>
              <a:ext uri="{FF2B5EF4-FFF2-40B4-BE49-F238E27FC236}">
                <a16:creationId xmlns:a16="http://schemas.microsoft.com/office/drawing/2014/main" id="{247B223C-6209-27D1-9750-4B2C9250D340}"/>
              </a:ext>
            </a:extLst>
          </p:cNvPr>
          <p:cNvSpPr>
            <a:spLocks noGrp="1"/>
          </p:cNvSpPr>
          <p:nvPr>
            <p:ph type="body" sz="quarter" idx="35" hasCustomPrompt="1"/>
          </p:nvPr>
        </p:nvSpPr>
        <p:spPr>
          <a:xfrm>
            <a:off x="376252" y="1736975"/>
            <a:ext cx="3317713" cy="289823"/>
          </a:xfrm>
          <a:prstGeom prst="rect">
            <a:avLst/>
          </a:prstGeom>
        </p:spPr>
        <p:txBody>
          <a:bodyPr rtlCol="0" anchor="t">
            <a:spAutoFit/>
          </a:bodyPr>
          <a:lstStyle>
            <a:lvl1pPr marL="0" indent="0" algn="l">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
        <p:nvSpPr>
          <p:cNvPr id="12"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5996749" y="1407041"/>
            <a:ext cx="2548319" cy="141064"/>
          </a:xfrm>
          <a:prstGeom prst="rect">
            <a:avLst/>
          </a:prstGeom>
        </p:spPr>
        <p:txBody>
          <a:bodyPr lIns="0" tIns="0" rIns="0" bIns="0" rtlCol="0" anchor="b">
            <a:spAutoFit/>
          </a:bodyPr>
          <a:lstStyle>
            <a:lvl1pPr marL="0" indent="0" algn="l" rtl="0">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13"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5996750" y="1573582"/>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15" name="Marcador de texto 17">
            <a:extLst>
              <a:ext uri="{FF2B5EF4-FFF2-40B4-BE49-F238E27FC236}">
                <a16:creationId xmlns:a16="http://schemas.microsoft.com/office/drawing/2014/main" id="{A0CA764B-2F32-5185-0F0E-441D05172949}"/>
              </a:ext>
            </a:extLst>
          </p:cNvPr>
          <p:cNvSpPr>
            <a:spLocks noGrp="1"/>
          </p:cNvSpPr>
          <p:nvPr>
            <p:ph type="body" sz="quarter" idx="36" hasCustomPrompt="1"/>
          </p:nvPr>
        </p:nvSpPr>
        <p:spPr>
          <a:xfrm>
            <a:off x="5996749" y="2373281"/>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16" name="Marcador de texto 17">
            <a:extLst>
              <a:ext uri="{FF2B5EF4-FFF2-40B4-BE49-F238E27FC236}">
                <a16:creationId xmlns:a16="http://schemas.microsoft.com/office/drawing/2014/main" id="{F5728FB8-D2CD-7081-B340-3E11A5354AFD}"/>
              </a:ext>
            </a:extLst>
          </p:cNvPr>
          <p:cNvSpPr>
            <a:spLocks noGrp="1"/>
          </p:cNvSpPr>
          <p:nvPr>
            <p:ph type="body" sz="quarter" idx="37" hasCustomPrompt="1"/>
          </p:nvPr>
        </p:nvSpPr>
        <p:spPr>
          <a:xfrm>
            <a:off x="5996750" y="2539822"/>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18" name="Marcador de texto 17">
            <a:extLst>
              <a:ext uri="{FF2B5EF4-FFF2-40B4-BE49-F238E27FC236}">
                <a16:creationId xmlns:a16="http://schemas.microsoft.com/office/drawing/2014/main" id="{A0CA764B-2F32-5185-0F0E-441D05172949}"/>
              </a:ext>
            </a:extLst>
          </p:cNvPr>
          <p:cNvSpPr>
            <a:spLocks noGrp="1"/>
          </p:cNvSpPr>
          <p:nvPr>
            <p:ph type="body" sz="quarter" idx="38" hasCustomPrompt="1"/>
          </p:nvPr>
        </p:nvSpPr>
        <p:spPr>
          <a:xfrm>
            <a:off x="5996749" y="3330318"/>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19" name="Marcador de texto 17">
            <a:extLst>
              <a:ext uri="{FF2B5EF4-FFF2-40B4-BE49-F238E27FC236}">
                <a16:creationId xmlns:a16="http://schemas.microsoft.com/office/drawing/2014/main" id="{F5728FB8-D2CD-7081-B340-3E11A5354AFD}"/>
              </a:ext>
            </a:extLst>
          </p:cNvPr>
          <p:cNvSpPr>
            <a:spLocks noGrp="1"/>
          </p:cNvSpPr>
          <p:nvPr>
            <p:ph type="body" sz="quarter" idx="39" hasCustomPrompt="1"/>
          </p:nvPr>
        </p:nvSpPr>
        <p:spPr>
          <a:xfrm>
            <a:off x="5996750" y="3496859"/>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21" name="Marcador de texto 17">
            <a:extLst>
              <a:ext uri="{FF2B5EF4-FFF2-40B4-BE49-F238E27FC236}">
                <a16:creationId xmlns:a16="http://schemas.microsoft.com/office/drawing/2014/main" id="{A0CA764B-2F32-5185-0F0E-441D05172949}"/>
              </a:ext>
            </a:extLst>
          </p:cNvPr>
          <p:cNvSpPr>
            <a:spLocks noGrp="1"/>
          </p:cNvSpPr>
          <p:nvPr>
            <p:ph type="body" sz="quarter" idx="40" hasCustomPrompt="1"/>
          </p:nvPr>
        </p:nvSpPr>
        <p:spPr>
          <a:xfrm>
            <a:off x="5996749" y="4296558"/>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22" name="Marcador de texto 17">
            <a:extLst>
              <a:ext uri="{FF2B5EF4-FFF2-40B4-BE49-F238E27FC236}">
                <a16:creationId xmlns:a16="http://schemas.microsoft.com/office/drawing/2014/main" id="{F5728FB8-D2CD-7081-B340-3E11A5354AFD}"/>
              </a:ext>
            </a:extLst>
          </p:cNvPr>
          <p:cNvSpPr>
            <a:spLocks noGrp="1"/>
          </p:cNvSpPr>
          <p:nvPr>
            <p:ph type="body" sz="quarter" idx="41" hasCustomPrompt="1"/>
          </p:nvPr>
        </p:nvSpPr>
        <p:spPr>
          <a:xfrm>
            <a:off x="5996750" y="4463099"/>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42" hasCustomPrompt="1"/>
          </p:nvPr>
        </p:nvSpPr>
        <p:spPr>
          <a:xfrm>
            <a:off x="5996749" y="5272000"/>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25" name="Marcador de texto 17">
            <a:extLst>
              <a:ext uri="{FF2B5EF4-FFF2-40B4-BE49-F238E27FC236}">
                <a16:creationId xmlns:a16="http://schemas.microsoft.com/office/drawing/2014/main" id="{F5728FB8-D2CD-7081-B340-3E11A5354AFD}"/>
              </a:ext>
            </a:extLst>
          </p:cNvPr>
          <p:cNvSpPr>
            <a:spLocks noGrp="1"/>
          </p:cNvSpPr>
          <p:nvPr>
            <p:ph type="body" sz="quarter" idx="43" hasCustomPrompt="1"/>
          </p:nvPr>
        </p:nvSpPr>
        <p:spPr>
          <a:xfrm>
            <a:off x="5996750" y="5438541"/>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30" name="Marcador de texto 17">
            <a:extLst>
              <a:ext uri="{FF2B5EF4-FFF2-40B4-BE49-F238E27FC236}">
                <a16:creationId xmlns:a16="http://schemas.microsoft.com/office/drawing/2014/main" id="{A0CA764B-2F32-5185-0F0E-441D05172949}"/>
              </a:ext>
            </a:extLst>
          </p:cNvPr>
          <p:cNvSpPr>
            <a:spLocks noGrp="1"/>
          </p:cNvSpPr>
          <p:nvPr>
            <p:ph type="body" sz="quarter" idx="44" hasCustomPrompt="1"/>
          </p:nvPr>
        </p:nvSpPr>
        <p:spPr>
          <a:xfrm>
            <a:off x="5260607" y="1366109"/>
            <a:ext cx="73614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01.</a:t>
            </a:r>
          </a:p>
        </p:txBody>
      </p:sp>
      <p:sp>
        <p:nvSpPr>
          <p:cNvPr id="31" name="Marcador de texto 17">
            <a:extLst>
              <a:ext uri="{FF2B5EF4-FFF2-40B4-BE49-F238E27FC236}">
                <a16:creationId xmlns:a16="http://schemas.microsoft.com/office/drawing/2014/main" id="{A0CA764B-2F32-5185-0F0E-441D05172949}"/>
              </a:ext>
            </a:extLst>
          </p:cNvPr>
          <p:cNvSpPr>
            <a:spLocks noGrp="1"/>
          </p:cNvSpPr>
          <p:nvPr>
            <p:ph type="body" sz="quarter" idx="45" hasCustomPrompt="1"/>
          </p:nvPr>
        </p:nvSpPr>
        <p:spPr>
          <a:xfrm>
            <a:off x="5260606" y="2318106"/>
            <a:ext cx="73614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02.</a:t>
            </a:r>
          </a:p>
        </p:txBody>
      </p:sp>
      <p:sp>
        <p:nvSpPr>
          <p:cNvPr id="32" name="Marcador de texto 17">
            <a:extLst>
              <a:ext uri="{FF2B5EF4-FFF2-40B4-BE49-F238E27FC236}">
                <a16:creationId xmlns:a16="http://schemas.microsoft.com/office/drawing/2014/main" id="{A0CA764B-2F32-5185-0F0E-441D05172949}"/>
              </a:ext>
            </a:extLst>
          </p:cNvPr>
          <p:cNvSpPr>
            <a:spLocks noGrp="1"/>
          </p:cNvSpPr>
          <p:nvPr>
            <p:ph type="body" sz="quarter" idx="46" hasCustomPrompt="1"/>
          </p:nvPr>
        </p:nvSpPr>
        <p:spPr>
          <a:xfrm>
            <a:off x="5260606" y="3277847"/>
            <a:ext cx="73614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03.</a:t>
            </a:r>
          </a:p>
        </p:txBody>
      </p:sp>
      <p:sp>
        <p:nvSpPr>
          <p:cNvPr id="33" name="Marcador de texto 17">
            <a:extLst>
              <a:ext uri="{FF2B5EF4-FFF2-40B4-BE49-F238E27FC236}">
                <a16:creationId xmlns:a16="http://schemas.microsoft.com/office/drawing/2014/main" id="{A0CA764B-2F32-5185-0F0E-441D05172949}"/>
              </a:ext>
            </a:extLst>
          </p:cNvPr>
          <p:cNvSpPr>
            <a:spLocks noGrp="1"/>
          </p:cNvSpPr>
          <p:nvPr>
            <p:ph type="body" sz="quarter" idx="47" hasCustomPrompt="1"/>
          </p:nvPr>
        </p:nvSpPr>
        <p:spPr>
          <a:xfrm>
            <a:off x="5260606" y="4262491"/>
            <a:ext cx="73614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04.</a:t>
            </a:r>
          </a:p>
        </p:txBody>
      </p:sp>
      <p:sp>
        <p:nvSpPr>
          <p:cNvPr id="34" name="Marcador de texto 17">
            <a:extLst>
              <a:ext uri="{FF2B5EF4-FFF2-40B4-BE49-F238E27FC236}">
                <a16:creationId xmlns:a16="http://schemas.microsoft.com/office/drawing/2014/main" id="{A0CA764B-2F32-5185-0F0E-441D05172949}"/>
              </a:ext>
            </a:extLst>
          </p:cNvPr>
          <p:cNvSpPr>
            <a:spLocks noGrp="1"/>
          </p:cNvSpPr>
          <p:nvPr>
            <p:ph type="body" sz="quarter" idx="48" hasCustomPrompt="1"/>
          </p:nvPr>
        </p:nvSpPr>
        <p:spPr>
          <a:xfrm>
            <a:off x="5260606" y="5217400"/>
            <a:ext cx="73614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05.</a:t>
            </a:r>
          </a:p>
        </p:txBody>
      </p:sp>
      <p:sp>
        <p:nvSpPr>
          <p:cNvPr id="35" name="Rectángulo 34">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36" name="Rectángulo 35">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37" name="Marcador de texto 22">
            <a:extLst>
              <a:ext uri="{FF2B5EF4-FFF2-40B4-BE49-F238E27FC236}">
                <a16:creationId xmlns:a16="http://schemas.microsoft.com/office/drawing/2014/main" id="{845B9658-E538-5E40-B3FF-3D6451C5BF5D}"/>
              </a:ext>
            </a:extLst>
          </p:cNvPr>
          <p:cNvSpPr>
            <a:spLocks noGrp="1"/>
          </p:cNvSpPr>
          <p:nvPr>
            <p:ph type="body" sz="quarter" idx="49"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3487666253"/>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fografía numeración 2 columnas">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9" name="Rectángulo 8">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10" name="Marcador de texto 22">
            <a:extLst>
              <a:ext uri="{FF2B5EF4-FFF2-40B4-BE49-F238E27FC236}">
                <a16:creationId xmlns:a16="http://schemas.microsoft.com/office/drawing/2014/main" id="{845B9658-E538-5E40-B3FF-3D6451C5BF5D}"/>
              </a:ext>
            </a:extLst>
          </p:cNvPr>
          <p:cNvSpPr>
            <a:spLocks noGrp="1"/>
          </p:cNvSpPr>
          <p:nvPr>
            <p:ph type="body" sz="quarter" idx="39"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21" name="Marcador de texto 17">
            <a:extLst>
              <a:ext uri="{FF2B5EF4-FFF2-40B4-BE49-F238E27FC236}">
                <a16:creationId xmlns:a16="http://schemas.microsoft.com/office/drawing/2014/main" id="{A0CA764B-2F32-5185-0F0E-441D05172949}"/>
              </a:ext>
            </a:extLst>
          </p:cNvPr>
          <p:cNvSpPr>
            <a:spLocks noGrp="1"/>
          </p:cNvSpPr>
          <p:nvPr>
            <p:ph type="body" sz="quarter" idx="45" hasCustomPrompt="1"/>
          </p:nvPr>
        </p:nvSpPr>
        <p:spPr>
          <a:xfrm>
            <a:off x="321877" y="2277174"/>
            <a:ext cx="64332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01.</a:t>
            </a:r>
          </a:p>
        </p:txBody>
      </p:sp>
      <p:sp>
        <p:nvSpPr>
          <p:cNvPr id="22" name="Marcador de texto 17">
            <a:extLst>
              <a:ext uri="{FF2B5EF4-FFF2-40B4-BE49-F238E27FC236}">
                <a16:creationId xmlns:a16="http://schemas.microsoft.com/office/drawing/2014/main" id="{A0CA764B-2F32-5185-0F0E-441D05172949}"/>
              </a:ext>
            </a:extLst>
          </p:cNvPr>
          <p:cNvSpPr>
            <a:spLocks noGrp="1"/>
          </p:cNvSpPr>
          <p:nvPr>
            <p:ph type="body" sz="quarter" idx="46" hasCustomPrompt="1"/>
          </p:nvPr>
        </p:nvSpPr>
        <p:spPr>
          <a:xfrm>
            <a:off x="321877" y="3502435"/>
            <a:ext cx="64332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02.</a:t>
            </a:r>
          </a:p>
        </p:txBody>
      </p:sp>
      <p:sp>
        <p:nvSpPr>
          <p:cNvPr id="23" name="Marcador de texto 17">
            <a:extLst>
              <a:ext uri="{FF2B5EF4-FFF2-40B4-BE49-F238E27FC236}">
                <a16:creationId xmlns:a16="http://schemas.microsoft.com/office/drawing/2014/main" id="{A0CA764B-2F32-5185-0F0E-441D05172949}"/>
              </a:ext>
            </a:extLst>
          </p:cNvPr>
          <p:cNvSpPr>
            <a:spLocks noGrp="1"/>
          </p:cNvSpPr>
          <p:nvPr>
            <p:ph type="body" sz="quarter" idx="47" hasCustomPrompt="1"/>
          </p:nvPr>
        </p:nvSpPr>
        <p:spPr>
          <a:xfrm>
            <a:off x="321877" y="4777211"/>
            <a:ext cx="643323"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03.</a:t>
            </a:r>
          </a:p>
        </p:txBody>
      </p:sp>
      <p:sp>
        <p:nvSpPr>
          <p:cNvPr id="24" name="Marcador de texto 17">
            <a:extLst>
              <a:ext uri="{FF2B5EF4-FFF2-40B4-BE49-F238E27FC236}">
                <a16:creationId xmlns:a16="http://schemas.microsoft.com/office/drawing/2014/main" id="{A0CA764B-2F32-5185-0F0E-441D05172949}"/>
              </a:ext>
            </a:extLst>
          </p:cNvPr>
          <p:cNvSpPr>
            <a:spLocks noGrp="1"/>
          </p:cNvSpPr>
          <p:nvPr>
            <p:ph type="body" sz="quarter" idx="48" hasCustomPrompt="1"/>
          </p:nvPr>
        </p:nvSpPr>
        <p:spPr>
          <a:xfrm>
            <a:off x="6226001" y="2284039"/>
            <a:ext cx="702899"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04.</a:t>
            </a:r>
          </a:p>
        </p:txBody>
      </p:sp>
      <p:sp>
        <p:nvSpPr>
          <p:cNvPr id="25" name="Marcador de texto 17">
            <a:extLst>
              <a:ext uri="{FF2B5EF4-FFF2-40B4-BE49-F238E27FC236}">
                <a16:creationId xmlns:a16="http://schemas.microsoft.com/office/drawing/2014/main" id="{A0CA764B-2F32-5185-0F0E-441D05172949}"/>
              </a:ext>
            </a:extLst>
          </p:cNvPr>
          <p:cNvSpPr>
            <a:spLocks noGrp="1"/>
          </p:cNvSpPr>
          <p:nvPr>
            <p:ph type="body" sz="quarter" idx="49" hasCustomPrompt="1"/>
          </p:nvPr>
        </p:nvSpPr>
        <p:spPr>
          <a:xfrm>
            <a:off x="6226001" y="3498817"/>
            <a:ext cx="702899"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05.</a:t>
            </a:r>
          </a:p>
        </p:txBody>
      </p:sp>
      <p:sp>
        <p:nvSpPr>
          <p:cNvPr id="29" name="Marcador de texto 17">
            <a:extLst>
              <a:ext uri="{FF2B5EF4-FFF2-40B4-BE49-F238E27FC236}">
                <a16:creationId xmlns:a16="http://schemas.microsoft.com/office/drawing/2014/main" id="{A0CA764B-2F32-5185-0F0E-441D05172949}"/>
              </a:ext>
            </a:extLst>
          </p:cNvPr>
          <p:cNvSpPr>
            <a:spLocks noGrp="1"/>
          </p:cNvSpPr>
          <p:nvPr>
            <p:ph type="body" sz="quarter" idx="52" hasCustomPrompt="1"/>
          </p:nvPr>
        </p:nvSpPr>
        <p:spPr>
          <a:xfrm>
            <a:off x="6223236" y="4780815"/>
            <a:ext cx="705664" cy="460685"/>
          </a:xfrm>
          <a:prstGeom prst="rect">
            <a:avLst/>
          </a:prstGeom>
        </p:spPr>
        <p:txBody>
          <a:bodyPr lIns="0" tIns="0" rIns="0" bIns="0" rtlCol="0" anchor="t">
            <a:noAutofit/>
          </a:bodyPr>
          <a:lstStyle>
            <a:lvl1pPr marL="0" indent="0" algn="l">
              <a:buNone/>
              <a:defRPr lang="es-ES" sz="3200" b="1" i="0" cap="all" spc="150" baseline="0">
                <a:solidFill>
                  <a:schemeClr val="bg1">
                    <a:lumMod val="90000"/>
                  </a:schemeClr>
                </a:solidFill>
                <a:latin typeface="Montserrat light"/>
                <a:ea typeface="AppleMyungjo"/>
                <a:cs typeface="Montserrat light"/>
              </a:defRPr>
            </a:lvl1pPr>
          </a:lstStyle>
          <a:p>
            <a:pPr lvl="0" rtl="0"/>
            <a:r>
              <a:rPr lang="es-ES" dirty="0"/>
              <a:t>06.</a:t>
            </a:r>
          </a:p>
        </p:txBody>
      </p:sp>
      <p:sp>
        <p:nvSpPr>
          <p:cNvPr id="33" name="Marcador de SmartArt 32"/>
          <p:cNvSpPr>
            <a:spLocks noGrp="1"/>
          </p:cNvSpPr>
          <p:nvPr>
            <p:ph type="dgm" sz="quarter" idx="53"/>
          </p:nvPr>
        </p:nvSpPr>
        <p:spPr>
          <a:xfrm>
            <a:off x="2913063" y="2276475"/>
            <a:ext cx="3317875" cy="3677285"/>
          </a:xfrm>
        </p:spPr>
        <p:txBody>
          <a:bodyPr tIns="234000">
            <a:normAutofit/>
          </a:bodyPr>
          <a:lstStyle>
            <a:lvl1pPr algn="ctr">
              <a:defRPr sz="1400"/>
            </a:lvl1pPr>
          </a:lstStyle>
          <a:p>
            <a:endParaRPr lang="es-ES" dirty="0"/>
          </a:p>
        </p:txBody>
      </p:sp>
      <p:sp>
        <p:nvSpPr>
          <p:cNvPr id="36" name="Marcador de texto 22">
            <a:extLst>
              <a:ext uri="{FF2B5EF4-FFF2-40B4-BE49-F238E27FC236}">
                <a16:creationId xmlns:a16="http://schemas.microsoft.com/office/drawing/2014/main" id="{57BD450E-D594-1D9D-B0A9-3872D33D5FB3}"/>
              </a:ext>
            </a:extLst>
          </p:cNvPr>
          <p:cNvSpPr>
            <a:spLocks noGrp="1"/>
          </p:cNvSpPr>
          <p:nvPr>
            <p:ph type="body" sz="quarter" idx="29" hasCustomPrompt="1"/>
          </p:nvPr>
        </p:nvSpPr>
        <p:spPr>
          <a:xfrm>
            <a:off x="975361" y="2271302"/>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37" name="Marcador de texto 22">
            <a:extLst>
              <a:ext uri="{FF2B5EF4-FFF2-40B4-BE49-F238E27FC236}">
                <a16:creationId xmlns:a16="http://schemas.microsoft.com/office/drawing/2014/main" id="{4EC14038-7E36-EA3F-FE97-57AAA8586675}"/>
              </a:ext>
            </a:extLst>
          </p:cNvPr>
          <p:cNvSpPr>
            <a:spLocks noGrp="1"/>
          </p:cNvSpPr>
          <p:nvPr>
            <p:ph type="body" sz="quarter" idx="30" hasCustomPrompt="1"/>
          </p:nvPr>
        </p:nvSpPr>
        <p:spPr>
          <a:xfrm>
            <a:off x="975361" y="2588587"/>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38" name="Marcador de texto 22">
            <a:extLst>
              <a:ext uri="{FF2B5EF4-FFF2-40B4-BE49-F238E27FC236}">
                <a16:creationId xmlns:a16="http://schemas.microsoft.com/office/drawing/2014/main" id="{57BD450E-D594-1D9D-B0A9-3872D33D5FB3}"/>
              </a:ext>
            </a:extLst>
          </p:cNvPr>
          <p:cNvSpPr>
            <a:spLocks noGrp="1"/>
          </p:cNvSpPr>
          <p:nvPr>
            <p:ph type="body" sz="quarter" idx="54" hasCustomPrompt="1"/>
          </p:nvPr>
        </p:nvSpPr>
        <p:spPr>
          <a:xfrm>
            <a:off x="975361" y="3498817"/>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39" name="Marcador de texto 22">
            <a:extLst>
              <a:ext uri="{FF2B5EF4-FFF2-40B4-BE49-F238E27FC236}">
                <a16:creationId xmlns:a16="http://schemas.microsoft.com/office/drawing/2014/main" id="{4EC14038-7E36-EA3F-FE97-57AAA8586675}"/>
              </a:ext>
            </a:extLst>
          </p:cNvPr>
          <p:cNvSpPr>
            <a:spLocks noGrp="1"/>
          </p:cNvSpPr>
          <p:nvPr>
            <p:ph type="body" sz="quarter" idx="55" hasCustomPrompt="1"/>
          </p:nvPr>
        </p:nvSpPr>
        <p:spPr>
          <a:xfrm>
            <a:off x="975361" y="3816102"/>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40" name="Marcador de texto 22">
            <a:extLst>
              <a:ext uri="{FF2B5EF4-FFF2-40B4-BE49-F238E27FC236}">
                <a16:creationId xmlns:a16="http://schemas.microsoft.com/office/drawing/2014/main" id="{57BD450E-D594-1D9D-B0A9-3872D33D5FB3}"/>
              </a:ext>
            </a:extLst>
          </p:cNvPr>
          <p:cNvSpPr>
            <a:spLocks noGrp="1"/>
          </p:cNvSpPr>
          <p:nvPr>
            <p:ph type="body" sz="quarter" idx="56" hasCustomPrompt="1"/>
          </p:nvPr>
        </p:nvSpPr>
        <p:spPr>
          <a:xfrm>
            <a:off x="975361" y="4772025"/>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41" name="Marcador de texto 22">
            <a:extLst>
              <a:ext uri="{FF2B5EF4-FFF2-40B4-BE49-F238E27FC236}">
                <a16:creationId xmlns:a16="http://schemas.microsoft.com/office/drawing/2014/main" id="{4EC14038-7E36-EA3F-FE97-57AAA8586675}"/>
              </a:ext>
            </a:extLst>
          </p:cNvPr>
          <p:cNvSpPr>
            <a:spLocks noGrp="1"/>
          </p:cNvSpPr>
          <p:nvPr>
            <p:ph type="body" sz="quarter" idx="57" hasCustomPrompt="1"/>
          </p:nvPr>
        </p:nvSpPr>
        <p:spPr>
          <a:xfrm>
            <a:off x="975361" y="5089310"/>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42" name="Marcador de texto 22">
            <a:extLst>
              <a:ext uri="{FF2B5EF4-FFF2-40B4-BE49-F238E27FC236}">
                <a16:creationId xmlns:a16="http://schemas.microsoft.com/office/drawing/2014/main" id="{57BD450E-D594-1D9D-B0A9-3872D33D5FB3}"/>
              </a:ext>
            </a:extLst>
          </p:cNvPr>
          <p:cNvSpPr>
            <a:spLocks noGrp="1"/>
          </p:cNvSpPr>
          <p:nvPr>
            <p:ph type="body" sz="quarter" idx="58" hasCustomPrompt="1"/>
          </p:nvPr>
        </p:nvSpPr>
        <p:spPr>
          <a:xfrm>
            <a:off x="6941824" y="2271302"/>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43" name="Marcador de texto 22">
            <a:extLst>
              <a:ext uri="{FF2B5EF4-FFF2-40B4-BE49-F238E27FC236}">
                <a16:creationId xmlns:a16="http://schemas.microsoft.com/office/drawing/2014/main" id="{4EC14038-7E36-EA3F-FE97-57AAA8586675}"/>
              </a:ext>
            </a:extLst>
          </p:cNvPr>
          <p:cNvSpPr>
            <a:spLocks noGrp="1"/>
          </p:cNvSpPr>
          <p:nvPr>
            <p:ph type="body" sz="quarter" idx="59" hasCustomPrompt="1"/>
          </p:nvPr>
        </p:nvSpPr>
        <p:spPr>
          <a:xfrm>
            <a:off x="6941824" y="2588587"/>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44" name="Marcador de texto 22">
            <a:extLst>
              <a:ext uri="{FF2B5EF4-FFF2-40B4-BE49-F238E27FC236}">
                <a16:creationId xmlns:a16="http://schemas.microsoft.com/office/drawing/2014/main" id="{57BD450E-D594-1D9D-B0A9-3872D33D5FB3}"/>
              </a:ext>
            </a:extLst>
          </p:cNvPr>
          <p:cNvSpPr>
            <a:spLocks noGrp="1"/>
          </p:cNvSpPr>
          <p:nvPr>
            <p:ph type="body" sz="quarter" idx="60" hasCustomPrompt="1"/>
          </p:nvPr>
        </p:nvSpPr>
        <p:spPr>
          <a:xfrm>
            <a:off x="6941824" y="3498817"/>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45" name="Marcador de texto 22">
            <a:extLst>
              <a:ext uri="{FF2B5EF4-FFF2-40B4-BE49-F238E27FC236}">
                <a16:creationId xmlns:a16="http://schemas.microsoft.com/office/drawing/2014/main" id="{4EC14038-7E36-EA3F-FE97-57AAA8586675}"/>
              </a:ext>
            </a:extLst>
          </p:cNvPr>
          <p:cNvSpPr>
            <a:spLocks noGrp="1"/>
          </p:cNvSpPr>
          <p:nvPr>
            <p:ph type="body" sz="quarter" idx="61" hasCustomPrompt="1"/>
          </p:nvPr>
        </p:nvSpPr>
        <p:spPr>
          <a:xfrm>
            <a:off x="6941824" y="3816102"/>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46" name="Marcador de texto 22">
            <a:extLst>
              <a:ext uri="{FF2B5EF4-FFF2-40B4-BE49-F238E27FC236}">
                <a16:creationId xmlns:a16="http://schemas.microsoft.com/office/drawing/2014/main" id="{57BD450E-D594-1D9D-B0A9-3872D33D5FB3}"/>
              </a:ext>
            </a:extLst>
          </p:cNvPr>
          <p:cNvSpPr>
            <a:spLocks noGrp="1"/>
          </p:cNvSpPr>
          <p:nvPr>
            <p:ph type="body" sz="quarter" idx="62" hasCustomPrompt="1"/>
          </p:nvPr>
        </p:nvSpPr>
        <p:spPr>
          <a:xfrm>
            <a:off x="6941824" y="4772025"/>
            <a:ext cx="1708964" cy="289823"/>
          </a:xfrm>
          <a:prstGeom prst="rect">
            <a:avLst/>
          </a:prstGeom>
        </p:spPr>
        <p:txBody>
          <a:bodyPr rtlCol="0" anchor="b">
            <a:sp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47" name="Marcador de texto 22">
            <a:extLst>
              <a:ext uri="{FF2B5EF4-FFF2-40B4-BE49-F238E27FC236}">
                <a16:creationId xmlns:a16="http://schemas.microsoft.com/office/drawing/2014/main" id="{4EC14038-7E36-EA3F-FE97-57AAA8586675}"/>
              </a:ext>
            </a:extLst>
          </p:cNvPr>
          <p:cNvSpPr>
            <a:spLocks noGrp="1"/>
          </p:cNvSpPr>
          <p:nvPr>
            <p:ph type="body" sz="quarter" idx="63" hasCustomPrompt="1"/>
          </p:nvPr>
        </p:nvSpPr>
        <p:spPr>
          <a:xfrm>
            <a:off x="6941824" y="5089310"/>
            <a:ext cx="1708964" cy="298543"/>
          </a:xfrm>
          <a:prstGeom prst="rect">
            <a:avLst/>
          </a:prstGeom>
        </p:spPr>
        <p:txBody>
          <a:bodyPr rtlCol="0" anchor="t">
            <a:sp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54" name="Marcador de texto 22">
            <a:extLst>
              <a:ext uri="{FF2B5EF4-FFF2-40B4-BE49-F238E27FC236}">
                <a16:creationId xmlns:a16="http://schemas.microsoft.com/office/drawing/2014/main" id="{097492C4-B52C-4C71-95CC-AE8B8C489DE7}"/>
              </a:ext>
            </a:extLst>
          </p:cNvPr>
          <p:cNvSpPr>
            <a:spLocks noGrp="1"/>
          </p:cNvSpPr>
          <p:nvPr>
            <p:ph type="body" sz="quarter" idx="66" hasCustomPrompt="1"/>
          </p:nvPr>
        </p:nvSpPr>
        <p:spPr>
          <a:xfrm>
            <a:off x="2913144" y="1340015"/>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Infografía</a:t>
            </a:r>
          </a:p>
        </p:txBody>
      </p:sp>
      <p:sp>
        <p:nvSpPr>
          <p:cNvPr id="55" name="Marcador de texto 22">
            <a:extLst>
              <a:ext uri="{FF2B5EF4-FFF2-40B4-BE49-F238E27FC236}">
                <a16:creationId xmlns:a16="http://schemas.microsoft.com/office/drawing/2014/main" id="{247B223C-6209-27D1-9750-4B2C9250D340}"/>
              </a:ext>
            </a:extLst>
          </p:cNvPr>
          <p:cNvSpPr>
            <a:spLocks noGrp="1"/>
          </p:cNvSpPr>
          <p:nvPr>
            <p:ph type="body" sz="quarter" idx="67" hasCustomPrompt="1"/>
          </p:nvPr>
        </p:nvSpPr>
        <p:spPr>
          <a:xfrm>
            <a:off x="2913144" y="1736975"/>
            <a:ext cx="3317713" cy="289823"/>
          </a:xfrm>
          <a:prstGeom prst="rect">
            <a:avLst/>
          </a:prstGeom>
        </p:spPr>
        <p:txBody>
          <a:bodyPr rtlCol="0" anchor="t">
            <a:spAutoFit/>
          </a:bodyPr>
          <a:lstStyle>
            <a:lvl1pPr marL="0" indent="0" algn="ctr" rtl="0">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Tree>
    <p:extLst>
      <p:ext uri="{BB962C8B-B14F-4D97-AF65-F5344CB8AC3E}">
        <p14:creationId xmlns:p14="http://schemas.microsoft.com/office/powerpoint/2010/main" val="26419521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oja sin elementos">
    <p:spTree>
      <p:nvGrpSpPr>
        <p:cNvPr id="1" name=""/>
        <p:cNvGrpSpPr/>
        <p:nvPr/>
      </p:nvGrpSpPr>
      <p:grpSpPr>
        <a:xfrm>
          <a:off x="0" y="0"/>
          <a:ext cx="0" cy="0"/>
          <a:chOff x="0" y="0"/>
          <a:chExt cx="0" cy="0"/>
        </a:xfrm>
      </p:grpSpPr>
      <p:sp>
        <p:nvSpPr>
          <p:cNvPr id="28" name="Elipse 27">
            <a:extLst>
              <a:ext uri="{FF2B5EF4-FFF2-40B4-BE49-F238E27FC236}">
                <a16:creationId xmlns:a16="http://schemas.microsoft.com/office/drawing/2014/main" id="{9CF64028-C1E4-6E5A-077A-F0DC4E93D88F}"/>
              </a:ext>
            </a:extLst>
          </p:cNvPr>
          <p:cNvSpPr/>
          <p:nvPr/>
        </p:nvSpPr>
        <p:spPr>
          <a:xfrm rot="16200000">
            <a:off x="366647" y="1446698"/>
            <a:ext cx="590795" cy="590795"/>
          </a:xfrm>
          <a:prstGeom prst="ellipse">
            <a:avLst/>
          </a:prstGeom>
          <a:solidFill>
            <a:srgbClr val="14A8ED"/>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29" name="Elipse 28">
            <a:extLst>
              <a:ext uri="{FF2B5EF4-FFF2-40B4-BE49-F238E27FC236}">
                <a16:creationId xmlns:a16="http://schemas.microsoft.com/office/drawing/2014/main" id="{EB262B70-7A8F-7D2C-2F27-0CFDB3631BF3}"/>
              </a:ext>
            </a:extLst>
          </p:cNvPr>
          <p:cNvSpPr/>
          <p:nvPr/>
        </p:nvSpPr>
        <p:spPr>
          <a:xfrm rot="16200000">
            <a:off x="366648" y="3845426"/>
            <a:ext cx="590795" cy="590795"/>
          </a:xfrm>
          <a:prstGeom prst="ellipse">
            <a:avLst/>
          </a:prstGeom>
          <a:solidFill>
            <a:srgbClr val="08459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30" name="Elipse 29">
            <a:extLst>
              <a:ext uri="{FF2B5EF4-FFF2-40B4-BE49-F238E27FC236}">
                <a16:creationId xmlns:a16="http://schemas.microsoft.com/office/drawing/2014/main" id="{DBA03956-E53A-71AA-08CD-AA697C565EE1}"/>
              </a:ext>
            </a:extLst>
          </p:cNvPr>
          <p:cNvSpPr/>
          <p:nvPr/>
        </p:nvSpPr>
        <p:spPr>
          <a:xfrm rot="16200000">
            <a:off x="366648" y="5044789"/>
            <a:ext cx="590795" cy="590795"/>
          </a:xfrm>
          <a:prstGeom prst="ellipse">
            <a:avLst/>
          </a:prstGeom>
          <a:solidFill>
            <a:srgbClr val="1E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31" name="Elipse 30">
            <a:extLst>
              <a:ext uri="{FF2B5EF4-FFF2-40B4-BE49-F238E27FC236}">
                <a16:creationId xmlns:a16="http://schemas.microsoft.com/office/drawing/2014/main" id="{9E6EBDEC-6656-C086-5B1A-1D9A992F650C}"/>
              </a:ext>
            </a:extLst>
          </p:cNvPr>
          <p:cNvSpPr/>
          <p:nvPr/>
        </p:nvSpPr>
        <p:spPr>
          <a:xfrm rot="16200000">
            <a:off x="366648" y="2646062"/>
            <a:ext cx="590795" cy="590795"/>
          </a:xfrm>
          <a:prstGeom prst="ellipse">
            <a:avLst/>
          </a:prstGeom>
          <a:solidFill>
            <a:srgbClr val="1A6FB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32" name="Marcador de texto 17">
            <a:extLst>
              <a:ext uri="{FF2B5EF4-FFF2-40B4-BE49-F238E27FC236}">
                <a16:creationId xmlns:a16="http://schemas.microsoft.com/office/drawing/2014/main" id="{A0CA764B-2F32-5185-0F0E-441D05172949}"/>
              </a:ext>
            </a:extLst>
          </p:cNvPr>
          <p:cNvSpPr>
            <a:spLocks noGrp="1"/>
          </p:cNvSpPr>
          <p:nvPr>
            <p:ph type="body" sz="quarter" idx="27" hasCustomPrompt="1"/>
          </p:nvPr>
        </p:nvSpPr>
        <p:spPr>
          <a:xfrm>
            <a:off x="1110132" y="1526517"/>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33" name="Marcador de texto 17">
            <a:extLst>
              <a:ext uri="{FF2B5EF4-FFF2-40B4-BE49-F238E27FC236}">
                <a16:creationId xmlns:a16="http://schemas.microsoft.com/office/drawing/2014/main" id="{F5728FB8-D2CD-7081-B340-3E11A5354AFD}"/>
              </a:ext>
            </a:extLst>
          </p:cNvPr>
          <p:cNvSpPr>
            <a:spLocks noGrp="1"/>
          </p:cNvSpPr>
          <p:nvPr>
            <p:ph type="body" sz="quarter" idx="28" hasCustomPrompt="1"/>
          </p:nvPr>
        </p:nvSpPr>
        <p:spPr>
          <a:xfrm>
            <a:off x="1110133" y="1693058"/>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34" name="Marcador de texto 17">
            <a:extLst>
              <a:ext uri="{FF2B5EF4-FFF2-40B4-BE49-F238E27FC236}">
                <a16:creationId xmlns:a16="http://schemas.microsoft.com/office/drawing/2014/main" id="{A0CA764B-2F32-5185-0F0E-441D05172949}"/>
              </a:ext>
            </a:extLst>
          </p:cNvPr>
          <p:cNvSpPr>
            <a:spLocks noGrp="1"/>
          </p:cNvSpPr>
          <p:nvPr>
            <p:ph type="body" sz="quarter" idx="29" hasCustomPrompt="1"/>
          </p:nvPr>
        </p:nvSpPr>
        <p:spPr>
          <a:xfrm>
            <a:off x="1110132" y="2762504"/>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35" name="Marcador de texto 17">
            <a:extLst>
              <a:ext uri="{FF2B5EF4-FFF2-40B4-BE49-F238E27FC236}">
                <a16:creationId xmlns:a16="http://schemas.microsoft.com/office/drawing/2014/main" id="{F5728FB8-D2CD-7081-B340-3E11A5354AFD}"/>
              </a:ext>
            </a:extLst>
          </p:cNvPr>
          <p:cNvSpPr>
            <a:spLocks noGrp="1"/>
          </p:cNvSpPr>
          <p:nvPr>
            <p:ph type="body" sz="quarter" idx="30" hasCustomPrompt="1"/>
          </p:nvPr>
        </p:nvSpPr>
        <p:spPr>
          <a:xfrm>
            <a:off x="1110133" y="2929045"/>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36" name="Marcador de texto 17">
            <a:extLst>
              <a:ext uri="{FF2B5EF4-FFF2-40B4-BE49-F238E27FC236}">
                <a16:creationId xmlns:a16="http://schemas.microsoft.com/office/drawing/2014/main" id="{A0CA764B-2F32-5185-0F0E-441D05172949}"/>
              </a:ext>
            </a:extLst>
          </p:cNvPr>
          <p:cNvSpPr>
            <a:spLocks noGrp="1"/>
          </p:cNvSpPr>
          <p:nvPr>
            <p:ph type="body" sz="quarter" idx="31" hasCustomPrompt="1"/>
          </p:nvPr>
        </p:nvSpPr>
        <p:spPr>
          <a:xfrm>
            <a:off x="1110132" y="3897454"/>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37" name="Marcador de texto 17">
            <a:extLst>
              <a:ext uri="{FF2B5EF4-FFF2-40B4-BE49-F238E27FC236}">
                <a16:creationId xmlns:a16="http://schemas.microsoft.com/office/drawing/2014/main" id="{F5728FB8-D2CD-7081-B340-3E11A5354AFD}"/>
              </a:ext>
            </a:extLst>
          </p:cNvPr>
          <p:cNvSpPr>
            <a:spLocks noGrp="1"/>
          </p:cNvSpPr>
          <p:nvPr>
            <p:ph type="body" sz="quarter" idx="32" hasCustomPrompt="1"/>
          </p:nvPr>
        </p:nvSpPr>
        <p:spPr>
          <a:xfrm>
            <a:off x="1110133" y="4063995"/>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38" name="Marcador de texto 17">
            <a:extLst>
              <a:ext uri="{FF2B5EF4-FFF2-40B4-BE49-F238E27FC236}">
                <a16:creationId xmlns:a16="http://schemas.microsoft.com/office/drawing/2014/main" id="{A0CA764B-2F32-5185-0F0E-441D05172949}"/>
              </a:ext>
            </a:extLst>
          </p:cNvPr>
          <p:cNvSpPr>
            <a:spLocks noGrp="1"/>
          </p:cNvSpPr>
          <p:nvPr>
            <p:ph type="body" sz="quarter" idx="33" hasCustomPrompt="1"/>
          </p:nvPr>
        </p:nvSpPr>
        <p:spPr>
          <a:xfrm>
            <a:off x="1110132" y="5179486"/>
            <a:ext cx="2548319" cy="141064"/>
          </a:xfrm>
          <a:prstGeom prst="rect">
            <a:avLst/>
          </a:prstGeom>
        </p:spPr>
        <p:txBody>
          <a:bodyPr lIns="0" tIns="0" rIns="0" bIns="0" rtlCol="0" anchor="b">
            <a:spAutoFit/>
          </a:bodyPr>
          <a:lstStyle>
            <a:lvl1pPr marL="0" indent="0" algn="l">
              <a:buNone/>
              <a:defRPr lang="es-ES" sz="1000" b="1" i="0" cap="all" spc="150" baseline="0">
                <a:solidFill>
                  <a:schemeClr val="bg2">
                    <a:lumMod val="50000"/>
                  </a:schemeClr>
                </a:solidFill>
                <a:latin typeface="Montserrat SemiBold" pitchFamily="2" charset="77"/>
              </a:defRPr>
            </a:lvl1pPr>
          </a:lstStyle>
          <a:p>
            <a:pPr lvl="0" rtl="0"/>
            <a:r>
              <a:rPr lang="es-ES" dirty="0"/>
              <a:t>agregar un TÍTULO</a:t>
            </a:r>
          </a:p>
        </p:txBody>
      </p:sp>
      <p:sp>
        <p:nvSpPr>
          <p:cNvPr id="39" name="Marcador de texto 17">
            <a:extLst>
              <a:ext uri="{FF2B5EF4-FFF2-40B4-BE49-F238E27FC236}">
                <a16:creationId xmlns:a16="http://schemas.microsoft.com/office/drawing/2014/main" id="{F5728FB8-D2CD-7081-B340-3E11A5354AFD}"/>
              </a:ext>
            </a:extLst>
          </p:cNvPr>
          <p:cNvSpPr>
            <a:spLocks noGrp="1"/>
          </p:cNvSpPr>
          <p:nvPr>
            <p:ph type="body" sz="quarter" idx="34" hasCustomPrompt="1"/>
          </p:nvPr>
        </p:nvSpPr>
        <p:spPr>
          <a:xfrm>
            <a:off x="1110133" y="5346027"/>
            <a:ext cx="2548318" cy="153888"/>
          </a:xfrm>
          <a:prstGeom prst="rect">
            <a:avLst/>
          </a:prstGeom>
        </p:spPr>
        <p:txBody>
          <a:bodyPr lIns="0" tIns="0" rIns="0" bIns="0" rtlCol="0">
            <a:spAutoFit/>
          </a:bodyPr>
          <a:lstStyle>
            <a:lvl1pPr marL="0" indent="0" algn="l">
              <a:lnSpc>
                <a:spcPct val="100000"/>
              </a:lnSpc>
              <a:buNone/>
              <a:defRPr lang="es-ES" sz="1000" b="0" i="0" cap="none" spc="100" baseline="0">
                <a:solidFill>
                  <a:srgbClr val="7F7F7F"/>
                </a:solidFill>
              </a:defRPr>
            </a:lvl1pPr>
          </a:lstStyle>
          <a:p>
            <a:pPr lvl="0" rtl="0"/>
            <a:r>
              <a:rPr lang="es-ES" dirty="0"/>
              <a:t>Agregar una descripción de título</a:t>
            </a:r>
          </a:p>
        </p:txBody>
      </p:sp>
      <p:sp>
        <p:nvSpPr>
          <p:cNvPr id="40" name="Marcador de texto 22">
            <a:extLst>
              <a:ext uri="{FF2B5EF4-FFF2-40B4-BE49-F238E27FC236}">
                <a16:creationId xmlns:a16="http://schemas.microsoft.com/office/drawing/2014/main" id="{097492C4-B52C-4C71-95CC-AE8B8C489DE7}"/>
              </a:ext>
            </a:extLst>
          </p:cNvPr>
          <p:cNvSpPr>
            <a:spLocks noGrp="1"/>
          </p:cNvSpPr>
          <p:nvPr>
            <p:ph type="body" sz="quarter" idx="35" hasCustomPrompt="1"/>
          </p:nvPr>
        </p:nvSpPr>
        <p:spPr>
          <a:xfrm>
            <a:off x="5563977" y="1187615"/>
            <a:ext cx="3317713" cy="374461"/>
          </a:xfrm>
          <a:prstGeom prst="rect">
            <a:avLst/>
          </a:prstGeom>
        </p:spPr>
        <p:txBody>
          <a:bodyPr rtlCol="0" anchor="b">
            <a:spAutoFit/>
          </a:bodyPr>
          <a:lstStyle>
            <a:lvl1pPr marL="0" indent="0" algn="l">
              <a:buNone/>
              <a:defRPr lang="es-ES" sz="2000" cap="none" baseline="0">
                <a:solidFill>
                  <a:schemeClr val="bg1">
                    <a:lumMod val="75000"/>
                  </a:schemeClr>
                </a:solidFill>
                <a:latin typeface="Montserrat" pitchFamily="2" charset="77"/>
              </a:defRPr>
            </a:lvl1pPr>
          </a:lstStyle>
          <a:p>
            <a:pPr lvl="0" rtl="0"/>
            <a:r>
              <a:rPr lang="es-ES" dirty="0"/>
              <a:t>Titulo Infografía 03</a:t>
            </a:r>
          </a:p>
        </p:txBody>
      </p:sp>
      <p:sp>
        <p:nvSpPr>
          <p:cNvPr id="41" name="Marcador de texto 22">
            <a:extLst>
              <a:ext uri="{FF2B5EF4-FFF2-40B4-BE49-F238E27FC236}">
                <a16:creationId xmlns:a16="http://schemas.microsoft.com/office/drawing/2014/main" id="{247B223C-6209-27D1-9750-4B2C9250D340}"/>
              </a:ext>
            </a:extLst>
          </p:cNvPr>
          <p:cNvSpPr>
            <a:spLocks noGrp="1"/>
          </p:cNvSpPr>
          <p:nvPr>
            <p:ph type="body" sz="quarter" idx="36" hasCustomPrompt="1"/>
          </p:nvPr>
        </p:nvSpPr>
        <p:spPr>
          <a:xfrm>
            <a:off x="5563977" y="1584575"/>
            <a:ext cx="3317713" cy="289823"/>
          </a:xfrm>
          <a:prstGeom prst="rect">
            <a:avLst/>
          </a:prstGeom>
        </p:spPr>
        <p:txBody>
          <a:bodyPr rtlCol="0" anchor="t">
            <a:spAutoFit/>
          </a:bodyPr>
          <a:lstStyle>
            <a:lvl1pPr marL="0" indent="0" algn="l">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
        <p:nvSpPr>
          <p:cNvPr id="24" name="Rectángulo 23">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25" name="Rectángulo 24">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26" name="Marcador de texto 22">
            <a:extLst>
              <a:ext uri="{FF2B5EF4-FFF2-40B4-BE49-F238E27FC236}">
                <a16:creationId xmlns:a16="http://schemas.microsoft.com/office/drawing/2014/main" id="{845B9658-E538-5E40-B3FF-3D6451C5BF5D}"/>
              </a:ext>
            </a:extLst>
          </p:cNvPr>
          <p:cNvSpPr>
            <a:spLocks noGrp="1"/>
          </p:cNvSpPr>
          <p:nvPr>
            <p:ph type="body" sz="quarter" idx="37"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4031506786"/>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4 FOTOS con Texto">
    <p:spTree>
      <p:nvGrpSpPr>
        <p:cNvPr id="1" name=""/>
        <p:cNvGrpSpPr/>
        <p:nvPr/>
      </p:nvGrpSpPr>
      <p:grpSpPr>
        <a:xfrm>
          <a:off x="0" y="0"/>
          <a:ext cx="0" cy="0"/>
          <a:chOff x="0" y="0"/>
          <a:chExt cx="0" cy="0"/>
        </a:xfrm>
      </p:grpSpPr>
      <p:sp>
        <p:nvSpPr>
          <p:cNvPr id="1597" name="Marcador de texto 22">
            <a:extLst>
              <a:ext uri="{FF2B5EF4-FFF2-40B4-BE49-F238E27FC236}">
                <a16:creationId xmlns:a16="http://schemas.microsoft.com/office/drawing/2014/main" id="{845B9658-E538-5E40-B3FF-3D6451C5BF5D}"/>
              </a:ext>
            </a:extLst>
          </p:cNvPr>
          <p:cNvSpPr>
            <a:spLocks noGrp="1"/>
          </p:cNvSpPr>
          <p:nvPr>
            <p:ph type="body" sz="quarter" idx="26" hasCustomPrompt="1"/>
          </p:nvPr>
        </p:nvSpPr>
        <p:spPr>
          <a:xfrm>
            <a:off x="7801097" y="2798743"/>
            <a:ext cx="1164955" cy="285233"/>
          </a:xfrm>
          <a:prstGeom prst="rect">
            <a:avLst/>
          </a:prstGeom>
        </p:spPr>
        <p:txBody>
          <a:bodyPr lIns="36000" tIns="0" rIns="0" bIns="0" rtlCol="0" anchor="t">
            <a:normAutofit/>
          </a:bodyPr>
          <a:lstStyle>
            <a:lvl1pPr marL="0" indent="0" algn="l">
              <a:lnSpc>
                <a:spcPct val="114000"/>
              </a:lnSpc>
              <a:spcBef>
                <a:spcPts val="0"/>
              </a:spcBef>
              <a:buNone/>
              <a:defRPr lang="es-ES" sz="1100" spc="50" baseline="0">
                <a:solidFill>
                  <a:srgbClr val="464747"/>
                </a:solidFill>
              </a:defRPr>
            </a:lvl1pPr>
          </a:lstStyle>
          <a:p>
            <a:pPr lvl="0" rtl="0"/>
            <a:r>
              <a:rPr lang="es-ES" dirty="0"/>
              <a:t>Factor 1</a:t>
            </a:r>
          </a:p>
        </p:txBody>
      </p:sp>
      <p:sp>
        <p:nvSpPr>
          <p:cNvPr id="1598" name="Marcador de texto 22">
            <a:extLst>
              <a:ext uri="{FF2B5EF4-FFF2-40B4-BE49-F238E27FC236}">
                <a16:creationId xmlns:a16="http://schemas.microsoft.com/office/drawing/2014/main" id="{CDB74EE5-1460-B519-A138-A4DC54D5CE1F}"/>
              </a:ext>
            </a:extLst>
          </p:cNvPr>
          <p:cNvSpPr>
            <a:spLocks noGrp="1"/>
          </p:cNvSpPr>
          <p:nvPr>
            <p:ph type="body" sz="quarter" idx="31" hasCustomPrompt="1"/>
          </p:nvPr>
        </p:nvSpPr>
        <p:spPr>
          <a:xfrm>
            <a:off x="7801097" y="3192147"/>
            <a:ext cx="1164955" cy="285233"/>
          </a:xfrm>
          <a:prstGeom prst="rect">
            <a:avLst/>
          </a:prstGeom>
        </p:spPr>
        <p:txBody>
          <a:bodyPr lIns="36000" tIns="0" rIns="0" bIns="0" rtlCol="0" anchor="t">
            <a:normAutofit/>
          </a:bodyPr>
          <a:lstStyle>
            <a:lvl1pPr marL="0" indent="0" algn="l">
              <a:lnSpc>
                <a:spcPct val="114000"/>
              </a:lnSpc>
              <a:spcBef>
                <a:spcPts val="0"/>
              </a:spcBef>
              <a:buNone/>
              <a:defRPr lang="es-ES" sz="1100" spc="50" baseline="0">
                <a:solidFill>
                  <a:srgbClr val="464747"/>
                </a:solidFill>
              </a:defRPr>
            </a:lvl1pPr>
          </a:lstStyle>
          <a:p>
            <a:pPr lvl="0" rtl="0"/>
            <a:r>
              <a:rPr lang="es-ES" dirty="0"/>
              <a:t>Factor 2</a:t>
            </a:r>
          </a:p>
        </p:txBody>
      </p:sp>
      <p:sp>
        <p:nvSpPr>
          <p:cNvPr id="1599" name="Marcador de texto 22">
            <a:extLst>
              <a:ext uri="{FF2B5EF4-FFF2-40B4-BE49-F238E27FC236}">
                <a16:creationId xmlns:a16="http://schemas.microsoft.com/office/drawing/2014/main" id="{C24A67AE-7411-D3E2-830A-E0A5CE4B9596}"/>
              </a:ext>
            </a:extLst>
          </p:cNvPr>
          <p:cNvSpPr>
            <a:spLocks noGrp="1"/>
          </p:cNvSpPr>
          <p:nvPr>
            <p:ph type="body" sz="quarter" idx="32" hasCustomPrompt="1"/>
          </p:nvPr>
        </p:nvSpPr>
        <p:spPr>
          <a:xfrm>
            <a:off x="7801097" y="3628081"/>
            <a:ext cx="1164955" cy="285233"/>
          </a:xfrm>
          <a:prstGeom prst="rect">
            <a:avLst/>
          </a:prstGeom>
        </p:spPr>
        <p:txBody>
          <a:bodyPr lIns="36000" tIns="0" rIns="0" bIns="0" rtlCol="0" anchor="t">
            <a:normAutofit/>
          </a:bodyPr>
          <a:lstStyle>
            <a:lvl1pPr marL="0" indent="0" algn="l">
              <a:lnSpc>
                <a:spcPct val="114000"/>
              </a:lnSpc>
              <a:spcBef>
                <a:spcPts val="0"/>
              </a:spcBef>
              <a:buNone/>
              <a:defRPr lang="es-ES" sz="1100" spc="50" baseline="0">
                <a:solidFill>
                  <a:srgbClr val="464747"/>
                </a:solidFill>
              </a:defRPr>
            </a:lvl1pPr>
          </a:lstStyle>
          <a:p>
            <a:pPr lvl="0" rtl="0"/>
            <a:r>
              <a:rPr lang="es-ES" dirty="0"/>
              <a:t>Factor 3</a:t>
            </a:r>
          </a:p>
        </p:txBody>
      </p:sp>
      <p:sp>
        <p:nvSpPr>
          <p:cNvPr id="1600" name="Marcador de texto 22">
            <a:extLst>
              <a:ext uri="{FF2B5EF4-FFF2-40B4-BE49-F238E27FC236}">
                <a16:creationId xmlns:a16="http://schemas.microsoft.com/office/drawing/2014/main" id="{F47B7709-92C2-6750-AFD2-D3B2AFE5D2C8}"/>
              </a:ext>
            </a:extLst>
          </p:cNvPr>
          <p:cNvSpPr>
            <a:spLocks noGrp="1"/>
          </p:cNvSpPr>
          <p:nvPr>
            <p:ph type="body" sz="quarter" idx="33" hasCustomPrompt="1"/>
          </p:nvPr>
        </p:nvSpPr>
        <p:spPr>
          <a:xfrm>
            <a:off x="7801097" y="4064016"/>
            <a:ext cx="1164955" cy="285233"/>
          </a:xfrm>
          <a:prstGeom prst="rect">
            <a:avLst/>
          </a:prstGeom>
        </p:spPr>
        <p:txBody>
          <a:bodyPr lIns="36000" tIns="0" rIns="0" bIns="0" rtlCol="0" anchor="t">
            <a:normAutofit/>
          </a:bodyPr>
          <a:lstStyle>
            <a:lvl1pPr marL="0" indent="0" algn="l">
              <a:lnSpc>
                <a:spcPct val="114000"/>
              </a:lnSpc>
              <a:spcBef>
                <a:spcPts val="0"/>
              </a:spcBef>
              <a:buNone/>
              <a:defRPr lang="es-ES" sz="1100" spc="50" baseline="0">
                <a:solidFill>
                  <a:srgbClr val="464747"/>
                </a:solidFill>
              </a:defRPr>
            </a:lvl1pPr>
          </a:lstStyle>
          <a:p>
            <a:pPr lvl="0" rtl="0"/>
            <a:r>
              <a:rPr lang="es-ES" dirty="0"/>
              <a:t>Factor 4</a:t>
            </a:r>
          </a:p>
        </p:txBody>
      </p:sp>
      <p:sp>
        <p:nvSpPr>
          <p:cNvPr id="1593" name="Marcador de texto 22">
            <a:extLst>
              <a:ext uri="{FF2B5EF4-FFF2-40B4-BE49-F238E27FC236}">
                <a16:creationId xmlns:a16="http://schemas.microsoft.com/office/drawing/2014/main" id="{097492C4-B52C-4C71-95CC-AE8B8C489DE7}"/>
              </a:ext>
            </a:extLst>
          </p:cNvPr>
          <p:cNvSpPr>
            <a:spLocks noGrp="1"/>
          </p:cNvSpPr>
          <p:nvPr>
            <p:ph type="body" sz="quarter" idx="34" hasCustomPrompt="1"/>
          </p:nvPr>
        </p:nvSpPr>
        <p:spPr>
          <a:xfrm>
            <a:off x="2875042" y="1187615"/>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Mapa</a:t>
            </a:r>
          </a:p>
        </p:txBody>
      </p:sp>
      <p:sp>
        <p:nvSpPr>
          <p:cNvPr id="1594" name="Marcador de texto 22">
            <a:extLst>
              <a:ext uri="{FF2B5EF4-FFF2-40B4-BE49-F238E27FC236}">
                <a16:creationId xmlns:a16="http://schemas.microsoft.com/office/drawing/2014/main" id="{247B223C-6209-27D1-9750-4B2C9250D340}"/>
              </a:ext>
            </a:extLst>
          </p:cNvPr>
          <p:cNvSpPr>
            <a:spLocks noGrp="1"/>
          </p:cNvSpPr>
          <p:nvPr>
            <p:ph type="body" sz="quarter" idx="35" hasCustomPrompt="1"/>
          </p:nvPr>
        </p:nvSpPr>
        <p:spPr>
          <a:xfrm>
            <a:off x="2875042" y="1584575"/>
            <a:ext cx="3317713" cy="289823"/>
          </a:xfrm>
          <a:prstGeom prst="rect">
            <a:avLst/>
          </a:prstGeom>
        </p:spPr>
        <p:txBody>
          <a:bodyPr rtlCol="0" anchor="t">
            <a:spAutoFit/>
          </a:bodyPr>
          <a:lstStyle>
            <a:lvl1pPr marL="0" indent="0" algn="ctr">
              <a:buNone/>
              <a:defRPr lang="es-ES" sz="1400" cap="none" baseline="0">
                <a:solidFill>
                  <a:schemeClr val="bg2">
                    <a:lumMod val="90000"/>
                  </a:schemeClr>
                </a:solidFill>
                <a:latin typeface="Montserrat" pitchFamily="2" charset="77"/>
              </a:defRPr>
            </a:lvl1pPr>
          </a:lstStyle>
          <a:p>
            <a:pPr lvl="0" rtl="0"/>
            <a:r>
              <a:rPr lang="es-ES" dirty="0"/>
              <a:t>Subtítulo Timeline</a:t>
            </a:r>
          </a:p>
        </p:txBody>
      </p:sp>
      <p:sp>
        <p:nvSpPr>
          <p:cNvPr id="3184" name="Rectángulo 3183">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3185" name="Rectángulo 3184">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3186"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Tree>
    <p:extLst>
      <p:ext uri="{BB962C8B-B14F-4D97-AF65-F5344CB8AC3E}">
        <p14:creationId xmlns:p14="http://schemas.microsoft.com/office/powerpoint/2010/main" val="776466091"/>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cxnSp>
        <p:nvCxnSpPr>
          <p:cNvPr id="19" name="Conector recto 18">
            <a:extLst>
              <a:ext uri="{FF2B5EF4-FFF2-40B4-BE49-F238E27FC236}">
                <a16:creationId xmlns:a16="http://schemas.microsoft.com/office/drawing/2014/main" id="{AE134318-93C7-EAA0-6390-1DAF88DEA049}"/>
              </a:ext>
              <a:ext uri="{C183D7F6-B498-43B3-948B-1728B52AA6E4}">
                <adec:decorative xmlns:adec="http://schemas.microsoft.com/office/drawing/2017/decorative" val="1"/>
              </a:ext>
            </a:extLst>
          </p:cNvPr>
          <p:cNvCxnSpPr>
            <a:cxnSpLocks/>
          </p:cNvCxnSpPr>
          <p:nvPr/>
        </p:nvCxnSpPr>
        <p:spPr>
          <a:xfrm>
            <a:off x="1592873" y="3612985"/>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24D370AD-DEE8-DD1F-9127-1259CF69B15B}"/>
              </a:ext>
              <a:ext uri="{C183D7F6-B498-43B3-948B-1728B52AA6E4}">
                <adec:decorative xmlns:adec="http://schemas.microsoft.com/office/drawing/2017/decorative" val="1"/>
              </a:ext>
            </a:extLst>
          </p:cNvPr>
          <p:cNvCxnSpPr>
            <a:cxnSpLocks/>
          </p:cNvCxnSpPr>
          <p:nvPr/>
        </p:nvCxnSpPr>
        <p:spPr>
          <a:xfrm>
            <a:off x="4514853" y="3612985"/>
            <a:ext cx="0" cy="41571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525975C5-EA35-F8A3-43F4-91E2A861DF80}"/>
              </a:ext>
              <a:ext uri="{C183D7F6-B498-43B3-948B-1728B52AA6E4}">
                <adec:decorative xmlns:adec="http://schemas.microsoft.com/office/drawing/2017/decorative" val="1"/>
              </a:ext>
            </a:extLst>
          </p:cNvPr>
          <p:cNvCxnSpPr>
            <a:cxnSpLocks/>
          </p:cNvCxnSpPr>
          <p:nvPr/>
        </p:nvCxnSpPr>
        <p:spPr>
          <a:xfrm>
            <a:off x="7553053" y="3612985"/>
            <a:ext cx="0" cy="41571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Marcador de texto 22">
            <a:extLst>
              <a:ext uri="{FF2B5EF4-FFF2-40B4-BE49-F238E27FC236}">
                <a16:creationId xmlns:a16="http://schemas.microsoft.com/office/drawing/2014/main" id="{4030B82A-18BB-4AC2-9C44-5AFCF6B44F0E}"/>
              </a:ext>
            </a:extLst>
          </p:cNvPr>
          <p:cNvSpPr>
            <a:spLocks noGrp="1"/>
          </p:cNvSpPr>
          <p:nvPr>
            <p:ph type="body" sz="quarter" idx="15" hasCustomPrompt="1"/>
          </p:nvPr>
        </p:nvSpPr>
        <p:spPr>
          <a:xfrm>
            <a:off x="465172" y="2456922"/>
            <a:ext cx="2251564" cy="318036"/>
          </a:xfrm>
          <a:prstGeom prst="rect">
            <a:avLst/>
          </a:prstGeom>
        </p:spPr>
        <p:txBody>
          <a:bodyPr rtlCol="0" anchor="b">
            <a:spAutoFit/>
          </a:bodyPr>
          <a:lstStyle>
            <a:lvl1pPr marL="0" indent="0" algn="ctr">
              <a:buNone/>
              <a:defRPr lang="es-ES" sz="1600" cap="all" baseline="0">
                <a:solidFill>
                  <a:srgbClr val="7F7F7F"/>
                </a:solidFill>
                <a:latin typeface="Montserrat" pitchFamily="2" charset="77"/>
              </a:defRPr>
            </a:lvl1pPr>
          </a:lstStyle>
          <a:p>
            <a:pPr lvl="0" rtl="0"/>
            <a:r>
              <a:rPr lang="es-ES" dirty="0"/>
              <a:t>Agregar texto</a:t>
            </a:r>
          </a:p>
        </p:txBody>
      </p:sp>
      <p:sp>
        <p:nvSpPr>
          <p:cNvPr id="23" name="Marcador de texto 22">
            <a:extLst>
              <a:ext uri="{FF2B5EF4-FFF2-40B4-BE49-F238E27FC236}">
                <a16:creationId xmlns:a16="http://schemas.microsoft.com/office/drawing/2014/main" id="{02EE4532-D0F4-E0FD-705D-36A90819755B}"/>
              </a:ext>
            </a:extLst>
          </p:cNvPr>
          <p:cNvSpPr>
            <a:spLocks noGrp="1"/>
          </p:cNvSpPr>
          <p:nvPr>
            <p:ph type="body" sz="quarter" idx="20" hasCustomPrompt="1"/>
          </p:nvPr>
        </p:nvSpPr>
        <p:spPr>
          <a:xfrm>
            <a:off x="465172" y="2783948"/>
            <a:ext cx="2251564" cy="298543"/>
          </a:xfrm>
          <a:prstGeom prst="rect">
            <a:avLst/>
          </a:prstGeom>
        </p:spPr>
        <p:txBody>
          <a:bodyPr rtlCol="0" anchor="t">
            <a:spAutoFit/>
          </a:bodyPr>
          <a:lstStyle>
            <a:lvl1pPr marL="0" indent="0" algn="ctr">
              <a:lnSpc>
                <a:spcPct val="114000"/>
              </a:lnSpc>
              <a:spcBef>
                <a:spcPts val="0"/>
              </a:spcBef>
              <a:buNone/>
              <a:defRPr lang="es-ES" sz="1200" spc="50" baseline="0">
                <a:solidFill>
                  <a:srgbClr val="7F7F7F"/>
                </a:solidFill>
              </a:defRPr>
            </a:lvl1pPr>
          </a:lstStyle>
          <a:p>
            <a:pPr lvl="0" rtl="0"/>
            <a:r>
              <a:rPr lang="es-ES" dirty="0"/>
              <a:t>Agregar texto</a:t>
            </a:r>
          </a:p>
        </p:txBody>
      </p:sp>
      <p:sp>
        <p:nvSpPr>
          <p:cNvPr id="26" name="Marcador de texto 22">
            <a:extLst>
              <a:ext uri="{FF2B5EF4-FFF2-40B4-BE49-F238E27FC236}">
                <a16:creationId xmlns:a16="http://schemas.microsoft.com/office/drawing/2014/main" id="{E8BE0D1F-8A9E-DE86-EEC5-7F552A3246BF}"/>
              </a:ext>
            </a:extLst>
          </p:cNvPr>
          <p:cNvSpPr>
            <a:spLocks noGrp="1"/>
          </p:cNvSpPr>
          <p:nvPr>
            <p:ph type="body" sz="quarter" idx="21" hasCustomPrompt="1"/>
          </p:nvPr>
        </p:nvSpPr>
        <p:spPr>
          <a:xfrm>
            <a:off x="3389068" y="2466447"/>
            <a:ext cx="2251564" cy="318036"/>
          </a:xfrm>
          <a:prstGeom prst="rect">
            <a:avLst/>
          </a:prstGeom>
        </p:spPr>
        <p:txBody>
          <a:bodyPr rtlCol="0" anchor="b">
            <a:spAutoFit/>
          </a:bodyPr>
          <a:lstStyle>
            <a:lvl1pPr marL="0" indent="0" algn="ctr">
              <a:buNone/>
              <a:defRPr lang="es-ES" sz="1600" cap="all" baseline="0">
                <a:solidFill>
                  <a:srgbClr val="7F7F7F"/>
                </a:solidFill>
                <a:latin typeface="Montserrat" pitchFamily="2" charset="77"/>
              </a:defRPr>
            </a:lvl1pPr>
          </a:lstStyle>
          <a:p>
            <a:pPr lvl="0" rtl="0"/>
            <a:r>
              <a:rPr lang="es-ES" dirty="0"/>
              <a:t>Agregar texto</a:t>
            </a:r>
          </a:p>
        </p:txBody>
      </p:sp>
      <p:sp>
        <p:nvSpPr>
          <p:cNvPr id="27" name="Marcador de texto 22">
            <a:extLst>
              <a:ext uri="{FF2B5EF4-FFF2-40B4-BE49-F238E27FC236}">
                <a16:creationId xmlns:a16="http://schemas.microsoft.com/office/drawing/2014/main" id="{BD33DBBE-EE46-C89B-9EA8-C5913E99E4C8}"/>
              </a:ext>
            </a:extLst>
          </p:cNvPr>
          <p:cNvSpPr>
            <a:spLocks noGrp="1"/>
          </p:cNvSpPr>
          <p:nvPr>
            <p:ph type="body" sz="quarter" idx="22" hasCustomPrompt="1"/>
          </p:nvPr>
        </p:nvSpPr>
        <p:spPr>
          <a:xfrm>
            <a:off x="3389068" y="2793473"/>
            <a:ext cx="2251564" cy="298543"/>
          </a:xfrm>
          <a:prstGeom prst="rect">
            <a:avLst/>
          </a:prstGeom>
        </p:spPr>
        <p:txBody>
          <a:bodyPr rtlCol="0" anchor="t">
            <a:spAutoFit/>
          </a:bodyPr>
          <a:lstStyle>
            <a:lvl1pPr marL="0" indent="0" algn="ctr">
              <a:lnSpc>
                <a:spcPct val="114000"/>
              </a:lnSpc>
              <a:spcBef>
                <a:spcPts val="0"/>
              </a:spcBef>
              <a:buNone/>
              <a:defRPr lang="es-ES" sz="1200" spc="50" baseline="0">
                <a:solidFill>
                  <a:srgbClr val="7F7F7F"/>
                </a:solidFill>
              </a:defRPr>
            </a:lvl1pPr>
          </a:lstStyle>
          <a:p>
            <a:pPr lvl="0" rtl="0"/>
            <a:r>
              <a:rPr lang="es-ES" dirty="0"/>
              <a:t>Agregar texto</a:t>
            </a:r>
          </a:p>
        </p:txBody>
      </p:sp>
      <p:sp>
        <p:nvSpPr>
          <p:cNvPr id="28" name="Marcador de texto 22">
            <a:extLst>
              <a:ext uri="{FF2B5EF4-FFF2-40B4-BE49-F238E27FC236}">
                <a16:creationId xmlns:a16="http://schemas.microsoft.com/office/drawing/2014/main" id="{6D63AF17-CAD2-0E12-1430-8BB48185C29F}"/>
              </a:ext>
            </a:extLst>
          </p:cNvPr>
          <p:cNvSpPr>
            <a:spLocks noGrp="1"/>
          </p:cNvSpPr>
          <p:nvPr>
            <p:ph type="body" sz="quarter" idx="23" hasCustomPrompt="1"/>
          </p:nvPr>
        </p:nvSpPr>
        <p:spPr>
          <a:xfrm>
            <a:off x="6427266" y="2466447"/>
            <a:ext cx="2251564" cy="318036"/>
          </a:xfrm>
          <a:prstGeom prst="rect">
            <a:avLst/>
          </a:prstGeom>
        </p:spPr>
        <p:txBody>
          <a:bodyPr rtlCol="0" anchor="b">
            <a:spAutoFit/>
          </a:bodyPr>
          <a:lstStyle>
            <a:lvl1pPr marL="0" indent="0" algn="ctr">
              <a:buNone/>
              <a:defRPr lang="es-ES" sz="1600" cap="all" baseline="0">
                <a:solidFill>
                  <a:srgbClr val="7F7F7F"/>
                </a:solidFill>
                <a:latin typeface="Montserrat" pitchFamily="2" charset="77"/>
              </a:defRPr>
            </a:lvl1pPr>
          </a:lstStyle>
          <a:p>
            <a:pPr lvl="0" rtl="0"/>
            <a:r>
              <a:rPr lang="es-ES" dirty="0"/>
              <a:t>Agregar texto</a:t>
            </a:r>
          </a:p>
        </p:txBody>
      </p:sp>
      <p:sp>
        <p:nvSpPr>
          <p:cNvPr id="29" name="Marcador de texto 22">
            <a:extLst>
              <a:ext uri="{FF2B5EF4-FFF2-40B4-BE49-F238E27FC236}">
                <a16:creationId xmlns:a16="http://schemas.microsoft.com/office/drawing/2014/main" id="{73EA43CE-C2D2-7BAF-FC30-2069C20C5B48}"/>
              </a:ext>
            </a:extLst>
          </p:cNvPr>
          <p:cNvSpPr>
            <a:spLocks noGrp="1"/>
          </p:cNvSpPr>
          <p:nvPr>
            <p:ph type="body" sz="quarter" idx="24" hasCustomPrompt="1"/>
          </p:nvPr>
        </p:nvSpPr>
        <p:spPr>
          <a:xfrm>
            <a:off x="6427266" y="2793473"/>
            <a:ext cx="2251564" cy="298543"/>
          </a:xfrm>
          <a:prstGeom prst="rect">
            <a:avLst/>
          </a:prstGeom>
        </p:spPr>
        <p:txBody>
          <a:bodyPr rtlCol="0" anchor="t">
            <a:spAutoFit/>
          </a:bodyPr>
          <a:lstStyle>
            <a:lvl1pPr marL="0" indent="0" algn="ctr">
              <a:lnSpc>
                <a:spcPct val="114000"/>
              </a:lnSpc>
              <a:spcBef>
                <a:spcPts val="0"/>
              </a:spcBef>
              <a:buNone/>
              <a:defRPr lang="es-ES" sz="1200" spc="50" baseline="0">
                <a:solidFill>
                  <a:srgbClr val="7F7F7F"/>
                </a:solidFill>
              </a:defRPr>
            </a:lvl1pPr>
          </a:lstStyle>
          <a:p>
            <a:pPr lvl="0" rtl="0"/>
            <a:r>
              <a:rPr lang="es-ES" dirty="0"/>
              <a:t>Agregar texto</a:t>
            </a:r>
          </a:p>
        </p:txBody>
      </p:sp>
      <p:sp>
        <p:nvSpPr>
          <p:cNvPr id="30" name="Marcador de texto 22">
            <a:extLst>
              <a:ext uri="{FF2B5EF4-FFF2-40B4-BE49-F238E27FC236}">
                <a16:creationId xmlns:a16="http://schemas.microsoft.com/office/drawing/2014/main" id="{1F91B920-FA53-83B7-9A01-1B11213FB8DF}"/>
              </a:ext>
            </a:extLst>
          </p:cNvPr>
          <p:cNvSpPr>
            <a:spLocks noGrp="1"/>
          </p:cNvSpPr>
          <p:nvPr>
            <p:ph type="body" sz="quarter" idx="25" hasCustomPrompt="1"/>
          </p:nvPr>
        </p:nvSpPr>
        <p:spPr>
          <a:xfrm>
            <a:off x="1756998" y="5229314"/>
            <a:ext cx="2251562" cy="318036"/>
          </a:xfrm>
          <a:prstGeom prst="rect">
            <a:avLst/>
          </a:prstGeom>
        </p:spPr>
        <p:txBody>
          <a:bodyPr rtlCol="0" anchor="b">
            <a:spAutoFit/>
          </a:bodyPr>
          <a:lstStyle>
            <a:lvl1pPr marL="0" indent="0" algn="ctr">
              <a:buNone/>
              <a:defRPr lang="es-ES" sz="1600" cap="all" baseline="0">
                <a:solidFill>
                  <a:srgbClr val="7F7F7F"/>
                </a:solidFill>
                <a:latin typeface="Montserrat" pitchFamily="2" charset="77"/>
              </a:defRPr>
            </a:lvl1pPr>
          </a:lstStyle>
          <a:p>
            <a:pPr lvl="0" rtl="0"/>
            <a:r>
              <a:rPr lang="es-ES" dirty="0"/>
              <a:t>Agregar texto</a:t>
            </a:r>
          </a:p>
        </p:txBody>
      </p:sp>
      <p:sp>
        <p:nvSpPr>
          <p:cNvPr id="31" name="Marcador de texto 22">
            <a:extLst>
              <a:ext uri="{FF2B5EF4-FFF2-40B4-BE49-F238E27FC236}">
                <a16:creationId xmlns:a16="http://schemas.microsoft.com/office/drawing/2014/main" id="{ED899677-17BD-098C-BDB4-8F30B203B50A}"/>
              </a:ext>
            </a:extLst>
          </p:cNvPr>
          <p:cNvSpPr>
            <a:spLocks noGrp="1"/>
          </p:cNvSpPr>
          <p:nvPr>
            <p:ph type="body" sz="quarter" idx="26" hasCustomPrompt="1"/>
          </p:nvPr>
        </p:nvSpPr>
        <p:spPr>
          <a:xfrm>
            <a:off x="1756998" y="5565865"/>
            <a:ext cx="2251562" cy="298543"/>
          </a:xfrm>
          <a:prstGeom prst="rect">
            <a:avLst/>
          </a:prstGeom>
        </p:spPr>
        <p:txBody>
          <a:bodyPr rtlCol="0" anchor="t">
            <a:spAutoFit/>
          </a:bodyPr>
          <a:lstStyle>
            <a:lvl1pPr marL="0" indent="0" algn="ctr">
              <a:lnSpc>
                <a:spcPct val="114000"/>
              </a:lnSpc>
              <a:spcBef>
                <a:spcPts val="0"/>
              </a:spcBef>
              <a:buNone/>
              <a:defRPr lang="es-ES" sz="1200" spc="50" baseline="0">
                <a:solidFill>
                  <a:srgbClr val="7F7F7F"/>
                </a:solidFill>
              </a:defRPr>
            </a:lvl1pPr>
          </a:lstStyle>
          <a:p>
            <a:pPr lvl="0" rtl="0"/>
            <a:r>
              <a:rPr lang="es-ES" dirty="0"/>
              <a:t>Agregar texto</a:t>
            </a:r>
          </a:p>
        </p:txBody>
      </p:sp>
      <p:sp>
        <p:nvSpPr>
          <p:cNvPr id="32" name="Marcador de texto 22">
            <a:extLst>
              <a:ext uri="{FF2B5EF4-FFF2-40B4-BE49-F238E27FC236}">
                <a16:creationId xmlns:a16="http://schemas.microsoft.com/office/drawing/2014/main" id="{9D6B438F-7E60-7907-7D4A-AC3F42E77929}"/>
              </a:ext>
            </a:extLst>
          </p:cNvPr>
          <p:cNvSpPr>
            <a:spLocks noGrp="1"/>
          </p:cNvSpPr>
          <p:nvPr>
            <p:ph type="body" sz="quarter" idx="27" hasCustomPrompt="1"/>
          </p:nvPr>
        </p:nvSpPr>
        <p:spPr>
          <a:xfrm>
            <a:off x="5095645" y="5229314"/>
            <a:ext cx="2251562" cy="318036"/>
          </a:xfrm>
          <a:prstGeom prst="rect">
            <a:avLst/>
          </a:prstGeom>
        </p:spPr>
        <p:txBody>
          <a:bodyPr rtlCol="0" anchor="b">
            <a:spAutoFit/>
          </a:bodyPr>
          <a:lstStyle>
            <a:lvl1pPr marL="0" indent="0" algn="ctr">
              <a:buNone/>
              <a:defRPr lang="es-ES" sz="1600" cap="all" baseline="0">
                <a:solidFill>
                  <a:srgbClr val="7F7F7F"/>
                </a:solidFill>
                <a:latin typeface="Montserrat" pitchFamily="2" charset="77"/>
              </a:defRPr>
            </a:lvl1pPr>
          </a:lstStyle>
          <a:p>
            <a:pPr lvl="0" rtl="0"/>
            <a:r>
              <a:rPr lang="es-ES" dirty="0"/>
              <a:t>Agregar texto</a:t>
            </a:r>
          </a:p>
        </p:txBody>
      </p:sp>
      <p:sp>
        <p:nvSpPr>
          <p:cNvPr id="33" name="Marcador de texto 22">
            <a:extLst>
              <a:ext uri="{FF2B5EF4-FFF2-40B4-BE49-F238E27FC236}">
                <a16:creationId xmlns:a16="http://schemas.microsoft.com/office/drawing/2014/main" id="{0046837B-7B82-ED7E-B925-5B8BA5A60B09}"/>
              </a:ext>
            </a:extLst>
          </p:cNvPr>
          <p:cNvSpPr>
            <a:spLocks noGrp="1"/>
          </p:cNvSpPr>
          <p:nvPr>
            <p:ph type="body" sz="quarter" idx="28" hasCustomPrompt="1"/>
          </p:nvPr>
        </p:nvSpPr>
        <p:spPr>
          <a:xfrm>
            <a:off x="5095645" y="5565865"/>
            <a:ext cx="2251562" cy="298543"/>
          </a:xfrm>
          <a:prstGeom prst="rect">
            <a:avLst/>
          </a:prstGeom>
        </p:spPr>
        <p:txBody>
          <a:bodyPr rtlCol="0" anchor="t">
            <a:spAutoFit/>
          </a:bodyPr>
          <a:lstStyle>
            <a:lvl1pPr marL="0" indent="0" algn="ctr">
              <a:lnSpc>
                <a:spcPct val="114000"/>
              </a:lnSpc>
              <a:spcBef>
                <a:spcPts val="0"/>
              </a:spcBef>
              <a:buNone/>
              <a:defRPr lang="es-ES" sz="1200" spc="50" baseline="0">
                <a:solidFill>
                  <a:srgbClr val="7F7F7F"/>
                </a:solidFill>
              </a:defRPr>
            </a:lvl1pPr>
          </a:lstStyle>
          <a:p>
            <a:pPr lvl="0" rtl="0"/>
            <a:r>
              <a:rPr lang="es-ES" dirty="0"/>
              <a:t>Agregar texto</a:t>
            </a:r>
          </a:p>
        </p:txBody>
      </p:sp>
      <p:cxnSp>
        <p:nvCxnSpPr>
          <p:cNvPr id="34" name="Conector recto 33">
            <a:extLst>
              <a:ext uri="{FF2B5EF4-FFF2-40B4-BE49-F238E27FC236}">
                <a16:creationId xmlns:a16="http://schemas.microsoft.com/office/drawing/2014/main" id="{1E93CA54-6FAB-6218-AE76-308C46E2255E}"/>
              </a:ext>
              <a:ext uri="{C183D7F6-B498-43B3-948B-1728B52AA6E4}">
                <adec:decorative xmlns:adec="http://schemas.microsoft.com/office/drawing/2017/decorative" val="1"/>
              </a:ext>
            </a:extLst>
          </p:cNvPr>
          <p:cNvCxnSpPr>
            <a:cxnSpLocks/>
          </p:cNvCxnSpPr>
          <p:nvPr/>
        </p:nvCxnSpPr>
        <p:spPr>
          <a:xfrm>
            <a:off x="2884977" y="4626033"/>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3E800DFD-7DA0-6219-FC5D-7908AB3D2A44}"/>
              </a:ext>
              <a:ext uri="{C183D7F6-B498-43B3-948B-1728B52AA6E4}">
                <adec:decorative xmlns:adec="http://schemas.microsoft.com/office/drawing/2017/decorative" val="1"/>
              </a:ext>
            </a:extLst>
          </p:cNvPr>
          <p:cNvCxnSpPr>
            <a:cxnSpLocks/>
          </p:cNvCxnSpPr>
          <p:nvPr/>
        </p:nvCxnSpPr>
        <p:spPr>
          <a:xfrm>
            <a:off x="6221426" y="4626033"/>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76" name="Grupo 75">
            <a:extLst>
              <a:ext uri="{FF2B5EF4-FFF2-40B4-BE49-F238E27FC236}">
                <a16:creationId xmlns:a16="http://schemas.microsoft.com/office/drawing/2014/main" id="{2061AD40-F1F4-8B3F-C499-B68FEAC1D426}"/>
              </a:ext>
            </a:extLst>
          </p:cNvPr>
          <p:cNvGrpSpPr/>
          <p:nvPr/>
        </p:nvGrpSpPr>
        <p:grpSpPr>
          <a:xfrm>
            <a:off x="392509" y="4204577"/>
            <a:ext cx="8335376" cy="236113"/>
            <a:chOff x="381623" y="4574695"/>
            <a:chExt cx="8335376" cy="236113"/>
          </a:xfrm>
        </p:grpSpPr>
        <p:sp>
          <p:nvSpPr>
            <p:cNvPr id="73" name="Pentágono 72">
              <a:extLst>
                <a:ext uri="{FF2B5EF4-FFF2-40B4-BE49-F238E27FC236}">
                  <a16:creationId xmlns:a16="http://schemas.microsoft.com/office/drawing/2014/main" id="{795CBB17-F33F-F9B6-EF1D-BE49BA32D2A1}"/>
                </a:ext>
              </a:extLst>
            </p:cNvPr>
            <p:cNvSpPr/>
            <p:nvPr userDrawn="1"/>
          </p:nvSpPr>
          <p:spPr>
            <a:xfrm>
              <a:off x="6881753" y="4574695"/>
              <a:ext cx="1835246" cy="236113"/>
            </a:xfrm>
            <a:prstGeom prst="homePlat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2" name="Pentágono 71">
              <a:extLst>
                <a:ext uri="{FF2B5EF4-FFF2-40B4-BE49-F238E27FC236}">
                  <a16:creationId xmlns:a16="http://schemas.microsoft.com/office/drawing/2014/main" id="{DD3DDC41-B8AE-9BF4-CD93-24B076760621}"/>
                </a:ext>
              </a:extLst>
            </p:cNvPr>
            <p:cNvSpPr/>
            <p:nvPr userDrawn="1"/>
          </p:nvSpPr>
          <p:spPr>
            <a:xfrm>
              <a:off x="5292438" y="4574695"/>
              <a:ext cx="1835246" cy="2361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1" name="Pentágono 70">
              <a:extLst>
                <a:ext uri="{FF2B5EF4-FFF2-40B4-BE49-F238E27FC236}">
                  <a16:creationId xmlns:a16="http://schemas.microsoft.com/office/drawing/2014/main" id="{BDCE9340-B7C9-5D48-0240-3AFE2A0D72F4}"/>
                </a:ext>
              </a:extLst>
            </p:cNvPr>
            <p:cNvSpPr/>
            <p:nvPr userDrawn="1"/>
          </p:nvSpPr>
          <p:spPr>
            <a:xfrm>
              <a:off x="3583381" y="4574695"/>
              <a:ext cx="1835246" cy="236113"/>
            </a:xfrm>
            <a:prstGeom prst="homePlat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0" name="Pentágono 69">
              <a:extLst>
                <a:ext uri="{FF2B5EF4-FFF2-40B4-BE49-F238E27FC236}">
                  <a16:creationId xmlns:a16="http://schemas.microsoft.com/office/drawing/2014/main" id="{BCC8C954-A43B-43B0-636E-212AEF2259CA}"/>
                </a:ext>
              </a:extLst>
            </p:cNvPr>
            <p:cNvSpPr/>
            <p:nvPr userDrawn="1"/>
          </p:nvSpPr>
          <p:spPr>
            <a:xfrm>
              <a:off x="2004952" y="4574695"/>
              <a:ext cx="1835246" cy="236113"/>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Pentágono 68">
              <a:extLst>
                <a:ext uri="{FF2B5EF4-FFF2-40B4-BE49-F238E27FC236}">
                  <a16:creationId xmlns:a16="http://schemas.microsoft.com/office/drawing/2014/main" id="{02DE07D5-89B7-D8FF-6A4B-82B3D7F29D8C}"/>
                </a:ext>
              </a:extLst>
            </p:cNvPr>
            <p:cNvSpPr/>
            <p:nvPr userDrawn="1"/>
          </p:nvSpPr>
          <p:spPr>
            <a:xfrm>
              <a:off x="381623" y="4574695"/>
              <a:ext cx="1835246" cy="236113"/>
            </a:xfrm>
            <a:prstGeom prst="homePlat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cxnSp>
        <p:nvCxnSpPr>
          <p:cNvPr id="40" name="Conector recto 39">
            <a:extLst>
              <a:ext uri="{FF2B5EF4-FFF2-40B4-BE49-F238E27FC236}">
                <a16:creationId xmlns:a16="http://schemas.microsoft.com/office/drawing/2014/main" id="{AE134318-93C7-EAA0-6390-1DAF88DEA049}"/>
              </a:ext>
              <a:ext uri="{C183D7F6-B498-43B3-948B-1728B52AA6E4}">
                <adec:decorative xmlns:adec="http://schemas.microsoft.com/office/drawing/2017/decorative" val="1"/>
              </a:ext>
            </a:extLst>
          </p:cNvPr>
          <p:cNvCxnSpPr>
            <a:cxnSpLocks/>
          </p:cNvCxnSpPr>
          <p:nvPr userDrawn="1"/>
        </p:nvCxnSpPr>
        <p:spPr>
          <a:xfrm>
            <a:off x="1592873" y="3612985"/>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24D370AD-DEE8-DD1F-9127-1259CF69B15B}"/>
              </a:ext>
              <a:ext uri="{C183D7F6-B498-43B3-948B-1728B52AA6E4}">
                <adec:decorative xmlns:adec="http://schemas.microsoft.com/office/drawing/2017/decorative" val="1"/>
              </a:ext>
            </a:extLst>
          </p:cNvPr>
          <p:cNvCxnSpPr>
            <a:cxnSpLocks/>
          </p:cNvCxnSpPr>
          <p:nvPr userDrawn="1"/>
        </p:nvCxnSpPr>
        <p:spPr>
          <a:xfrm>
            <a:off x="4514853" y="3612985"/>
            <a:ext cx="0" cy="41571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2" name="Conector recto 41">
            <a:extLst>
              <a:ext uri="{FF2B5EF4-FFF2-40B4-BE49-F238E27FC236}">
                <a16:creationId xmlns:a16="http://schemas.microsoft.com/office/drawing/2014/main" id="{525975C5-EA35-F8A3-43F4-91E2A861DF80}"/>
              </a:ext>
              <a:ext uri="{C183D7F6-B498-43B3-948B-1728B52AA6E4}">
                <adec:decorative xmlns:adec="http://schemas.microsoft.com/office/drawing/2017/decorative" val="1"/>
              </a:ext>
            </a:extLst>
          </p:cNvPr>
          <p:cNvCxnSpPr>
            <a:cxnSpLocks/>
          </p:cNvCxnSpPr>
          <p:nvPr userDrawn="1"/>
        </p:nvCxnSpPr>
        <p:spPr>
          <a:xfrm>
            <a:off x="7553053" y="3612985"/>
            <a:ext cx="0" cy="41571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1E93CA54-6FAB-6218-AE76-308C46E2255E}"/>
              </a:ext>
              <a:ext uri="{C183D7F6-B498-43B3-948B-1728B52AA6E4}">
                <adec:decorative xmlns:adec="http://schemas.microsoft.com/office/drawing/2017/decorative" val="1"/>
              </a:ext>
            </a:extLst>
          </p:cNvPr>
          <p:cNvCxnSpPr>
            <a:cxnSpLocks/>
          </p:cNvCxnSpPr>
          <p:nvPr userDrawn="1"/>
        </p:nvCxnSpPr>
        <p:spPr>
          <a:xfrm>
            <a:off x="2884977" y="4626033"/>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Conector recto 43">
            <a:extLst>
              <a:ext uri="{FF2B5EF4-FFF2-40B4-BE49-F238E27FC236}">
                <a16:creationId xmlns:a16="http://schemas.microsoft.com/office/drawing/2014/main" id="{3E800DFD-7DA0-6219-FC5D-7908AB3D2A44}"/>
              </a:ext>
              <a:ext uri="{C183D7F6-B498-43B3-948B-1728B52AA6E4}">
                <adec:decorative xmlns:adec="http://schemas.microsoft.com/office/drawing/2017/decorative" val="1"/>
              </a:ext>
            </a:extLst>
          </p:cNvPr>
          <p:cNvCxnSpPr>
            <a:cxnSpLocks/>
          </p:cNvCxnSpPr>
          <p:nvPr userDrawn="1"/>
        </p:nvCxnSpPr>
        <p:spPr>
          <a:xfrm>
            <a:off x="6221426" y="4626033"/>
            <a:ext cx="0" cy="415716"/>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7" name="Grupo 75">
            <a:extLst>
              <a:ext uri="{FF2B5EF4-FFF2-40B4-BE49-F238E27FC236}">
                <a16:creationId xmlns:a16="http://schemas.microsoft.com/office/drawing/2014/main" id="{2061AD40-F1F4-8B3F-C499-B68FEAC1D426}"/>
              </a:ext>
            </a:extLst>
          </p:cNvPr>
          <p:cNvGrpSpPr/>
          <p:nvPr userDrawn="1"/>
        </p:nvGrpSpPr>
        <p:grpSpPr>
          <a:xfrm>
            <a:off x="392509" y="4204577"/>
            <a:ext cx="8335376" cy="236113"/>
            <a:chOff x="381623" y="4574695"/>
            <a:chExt cx="8335376" cy="236113"/>
          </a:xfrm>
        </p:grpSpPr>
        <p:sp>
          <p:nvSpPr>
            <p:cNvPr id="48" name="Pentágono 47">
              <a:extLst>
                <a:ext uri="{FF2B5EF4-FFF2-40B4-BE49-F238E27FC236}">
                  <a16:creationId xmlns:a16="http://schemas.microsoft.com/office/drawing/2014/main" id="{795CBB17-F33F-F9B6-EF1D-BE49BA32D2A1}"/>
                </a:ext>
              </a:extLst>
            </p:cNvPr>
            <p:cNvSpPr/>
            <p:nvPr userDrawn="1"/>
          </p:nvSpPr>
          <p:spPr>
            <a:xfrm>
              <a:off x="6881753" y="4574695"/>
              <a:ext cx="1835246" cy="236113"/>
            </a:xfrm>
            <a:prstGeom prst="homePlat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Pentágono 48">
              <a:extLst>
                <a:ext uri="{FF2B5EF4-FFF2-40B4-BE49-F238E27FC236}">
                  <a16:creationId xmlns:a16="http://schemas.microsoft.com/office/drawing/2014/main" id="{DD3DDC41-B8AE-9BF4-CD93-24B076760621}"/>
                </a:ext>
              </a:extLst>
            </p:cNvPr>
            <p:cNvSpPr/>
            <p:nvPr userDrawn="1"/>
          </p:nvSpPr>
          <p:spPr>
            <a:xfrm>
              <a:off x="5292438" y="4574695"/>
              <a:ext cx="1835246" cy="236113"/>
            </a:xfrm>
            <a:prstGeom prst="homePlat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Pentágono 49">
              <a:extLst>
                <a:ext uri="{FF2B5EF4-FFF2-40B4-BE49-F238E27FC236}">
                  <a16:creationId xmlns:a16="http://schemas.microsoft.com/office/drawing/2014/main" id="{BDCE9340-B7C9-5D48-0240-3AFE2A0D72F4}"/>
                </a:ext>
              </a:extLst>
            </p:cNvPr>
            <p:cNvSpPr/>
            <p:nvPr userDrawn="1"/>
          </p:nvSpPr>
          <p:spPr>
            <a:xfrm>
              <a:off x="3583381" y="4574695"/>
              <a:ext cx="1835246" cy="236113"/>
            </a:xfrm>
            <a:prstGeom prst="homePlat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Pentágono 50">
              <a:extLst>
                <a:ext uri="{FF2B5EF4-FFF2-40B4-BE49-F238E27FC236}">
                  <a16:creationId xmlns:a16="http://schemas.microsoft.com/office/drawing/2014/main" id="{BCC8C954-A43B-43B0-636E-212AEF2259CA}"/>
                </a:ext>
              </a:extLst>
            </p:cNvPr>
            <p:cNvSpPr/>
            <p:nvPr userDrawn="1"/>
          </p:nvSpPr>
          <p:spPr>
            <a:xfrm>
              <a:off x="2004952" y="4574695"/>
              <a:ext cx="1835246" cy="236113"/>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Pentágono 51">
              <a:extLst>
                <a:ext uri="{FF2B5EF4-FFF2-40B4-BE49-F238E27FC236}">
                  <a16:creationId xmlns:a16="http://schemas.microsoft.com/office/drawing/2014/main" id="{02DE07D5-89B7-D8FF-6A4B-82B3D7F29D8C}"/>
                </a:ext>
              </a:extLst>
            </p:cNvPr>
            <p:cNvSpPr/>
            <p:nvPr userDrawn="1"/>
          </p:nvSpPr>
          <p:spPr>
            <a:xfrm>
              <a:off x="381623" y="4574695"/>
              <a:ext cx="1835246" cy="236113"/>
            </a:xfrm>
            <a:prstGeom prst="homePlat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56" name="Rectángulo 55">
            <a:extLst>
              <a:ext uri="{FF2B5EF4-FFF2-40B4-BE49-F238E27FC236}">
                <a16:creationId xmlns:a16="http://schemas.microsoft.com/office/drawing/2014/main" id="{DFBC77FD-7499-5324-AAE4-1D5E9F79A14F}"/>
              </a:ext>
            </a:extLst>
          </p:cNvPr>
          <p:cNvSpPr/>
          <p:nvPr userDrawn="1"/>
        </p:nvSpPr>
        <p:spPr>
          <a:xfrm>
            <a:off x="-1" y="6572767"/>
            <a:ext cx="9144001" cy="285233"/>
          </a:xfrm>
          <a:prstGeom prst="rect">
            <a:avLst/>
          </a:prstGeom>
          <a:gradFill flip="none" rotWithShape="1">
            <a:gsLst>
              <a:gs pos="0">
                <a:schemeClr val="bg1"/>
              </a:gs>
              <a:gs pos="100000">
                <a:schemeClr val="bg1">
                  <a:lumMod val="90000"/>
                </a:schemeClr>
              </a:gs>
            </a:gsLst>
            <a:path path="shape">
              <a:fillToRect l="50000" t="50000" r="50000" b="50000"/>
            </a:path>
            <a:tileRect/>
          </a:gra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es-ES">
              <a:solidFill>
                <a:schemeClr val="bg1">
                  <a:lumMod val="75000"/>
                </a:schemeClr>
              </a:solidFill>
            </a:endParaRPr>
          </a:p>
        </p:txBody>
      </p:sp>
      <p:sp>
        <p:nvSpPr>
          <p:cNvPr id="57" name="Rectángulo 56">
            <a:extLst>
              <a:ext uri="{FF2B5EF4-FFF2-40B4-BE49-F238E27FC236}">
                <a16:creationId xmlns:a16="http://schemas.microsoft.com/office/drawing/2014/main" id="{892A9541-F771-D66F-8C08-3D58E76362B4}"/>
              </a:ext>
            </a:extLst>
          </p:cNvPr>
          <p:cNvSpPr/>
          <p:nvPr userDrawn="1"/>
        </p:nvSpPr>
        <p:spPr>
          <a:xfrm>
            <a:off x="7808924" y="6639405"/>
            <a:ext cx="939681" cy="138499"/>
          </a:xfrm>
          <a:prstGeom prst="rect">
            <a:avLst/>
          </a:prstGeom>
        </p:spPr>
        <p:txBody>
          <a:bodyPr wrap="none" lIns="0" tIns="0" rIns="0" bIns="0">
            <a:spAutoFit/>
          </a:bodyPr>
          <a:lstStyle/>
          <a:p>
            <a:pPr algn="r">
              <a:defRPr sz="8000" b="0">
                <a:solidFill>
                  <a:srgbClr val="2C2E3C"/>
                </a:solidFill>
                <a:latin typeface="Roboto Black"/>
                <a:ea typeface="Roboto Black"/>
                <a:cs typeface="Roboto Black"/>
                <a:sym typeface="Roboto Black"/>
              </a:defRPr>
            </a:pPr>
            <a:r>
              <a:rPr lang="es-ES" sz="700" b="0" i="0" kern="700" spc="50" dirty="0">
                <a:solidFill>
                  <a:schemeClr val="bg1">
                    <a:lumMod val="75000"/>
                  </a:schemeClr>
                </a:solidFill>
                <a:latin typeface="Montserrat Light" pitchFamily="2" charset="77"/>
                <a:ea typeface="Roboto Black"/>
                <a:cs typeface="Helvetica Light"/>
                <a:sym typeface="Roboto Black"/>
              </a:rPr>
              <a:t>DIAPOSITIVA</a:t>
            </a:r>
            <a:r>
              <a:rPr lang="es-ES" sz="700" b="0" i="0" spc="190" dirty="0">
                <a:solidFill>
                  <a:schemeClr val="bg1">
                    <a:lumMod val="65000"/>
                  </a:schemeClr>
                </a:solidFill>
                <a:latin typeface="Montserrat Light" pitchFamily="2" charset="77"/>
                <a:ea typeface="Roboto Black"/>
                <a:cs typeface="Helvetica Light"/>
                <a:sym typeface="Roboto Black"/>
              </a:rPr>
              <a:t> </a:t>
            </a:r>
            <a:r>
              <a:rPr lang="es-ES" sz="700" b="0" i="0" dirty="0">
                <a:solidFill>
                  <a:schemeClr val="bg1">
                    <a:lumMod val="65000"/>
                  </a:schemeClr>
                </a:solidFill>
                <a:latin typeface="Montserrat Medium" pitchFamily="2" charset="77"/>
                <a:cs typeface="Helvetica Neue Medium"/>
              </a:rPr>
              <a:t> </a:t>
            </a:r>
            <a:fld id="{8E3DB9DB-9B55-1945-A906-7B7B0C2F5F8A}" type="slidenum">
              <a:rPr lang="es-ES" sz="900" b="0" i="0" smtClean="0">
                <a:solidFill>
                  <a:schemeClr val="bg1">
                    <a:lumMod val="65000"/>
                  </a:schemeClr>
                </a:solidFill>
                <a:latin typeface="Montserrat Medium" pitchFamily="2" charset="77"/>
                <a:cs typeface="Helvetica Neue Medium"/>
              </a:rPr>
              <a:pPr algn="r">
                <a:defRPr sz="8000" b="0">
                  <a:solidFill>
                    <a:srgbClr val="2C2E3C"/>
                  </a:solidFill>
                  <a:latin typeface="Roboto Black"/>
                  <a:ea typeface="Roboto Black"/>
                  <a:cs typeface="Roboto Black"/>
                  <a:sym typeface="Roboto Black"/>
                </a:defRPr>
              </a:pPr>
              <a:t>‹#›</a:t>
            </a:fld>
            <a:endParaRPr lang="es-ES" sz="700" b="0" i="0" spc="190" dirty="0">
              <a:solidFill>
                <a:schemeClr val="bg1">
                  <a:lumMod val="65000"/>
                </a:schemeClr>
              </a:solidFill>
              <a:latin typeface="Montserrat Light" pitchFamily="2" charset="77"/>
              <a:ea typeface="Roboto Black"/>
              <a:cs typeface="Helvetica Light"/>
              <a:sym typeface="Roboto Black"/>
            </a:endParaRPr>
          </a:p>
        </p:txBody>
      </p:sp>
      <p:sp>
        <p:nvSpPr>
          <p:cNvPr id="58" name="Marcador de texto 22">
            <a:extLst>
              <a:ext uri="{FF2B5EF4-FFF2-40B4-BE49-F238E27FC236}">
                <a16:creationId xmlns:a16="http://schemas.microsoft.com/office/drawing/2014/main" id="{845B9658-E538-5E40-B3FF-3D6451C5BF5D}"/>
              </a:ext>
            </a:extLst>
          </p:cNvPr>
          <p:cNvSpPr>
            <a:spLocks noGrp="1"/>
          </p:cNvSpPr>
          <p:nvPr>
            <p:ph type="body" sz="quarter" idx="36" hasCustomPrompt="1"/>
          </p:nvPr>
        </p:nvSpPr>
        <p:spPr>
          <a:xfrm>
            <a:off x="222617" y="6571295"/>
            <a:ext cx="6730800" cy="286705"/>
          </a:xfrm>
          <a:prstGeom prst="rect">
            <a:avLst/>
          </a:prstGeom>
          <a:ln>
            <a:noFill/>
          </a:ln>
        </p:spPr>
        <p:txBody>
          <a:bodyPr lIns="36000" tIns="0" rIns="0" bIns="0" rtlCol="0" anchor="ctr">
            <a:normAutofit/>
          </a:bodyPr>
          <a:lstStyle>
            <a:lvl1pPr marL="0" indent="0" algn="l">
              <a:lnSpc>
                <a:spcPct val="114000"/>
              </a:lnSpc>
              <a:spcBef>
                <a:spcPts val="0"/>
              </a:spcBef>
              <a:buNone/>
              <a:defRPr lang="es-ES" sz="900" spc="50" baseline="0">
                <a:solidFill>
                  <a:schemeClr val="bg1">
                    <a:lumMod val="50000"/>
                  </a:schemeClr>
                </a:solidFill>
              </a:defRPr>
            </a:lvl1pPr>
          </a:lstStyle>
          <a:p>
            <a:pPr lvl="0" rtl="0"/>
            <a:r>
              <a:rPr lang="es-ES" dirty="0"/>
              <a:t>Titulo del proyecto</a:t>
            </a:r>
          </a:p>
        </p:txBody>
      </p:sp>
      <p:sp>
        <p:nvSpPr>
          <p:cNvPr id="39" name="Marcador de texto 22">
            <a:extLst>
              <a:ext uri="{FF2B5EF4-FFF2-40B4-BE49-F238E27FC236}">
                <a16:creationId xmlns:a16="http://schemas.microsoft.com/office/drawing/2014/main" id="{097492C4-B52C-4C71-95CC-AE8B8C489DE7}"/>
              </a:ext>
            </a:extLst>
          </p:cNvPr>
          <p:cNvSpPr>
            <a:spLocks noGrp="1"/>
          </p:cNvSpPr>
          <p:nvPr>
            <p:ph type="body" sz="quarter" idx="64" hasCustomPrompt="1"/>
          </p:nvPr>
        </p:nvSpPr>
        <p:spPr>
          <a:xfrm>
            <a:off x="2913144" y="1187615"/>
            <a:ext cx="3317713" cy="374461"/>
          </a:xfrm>
          <a:prstGeom prst="rect">
            <a:avLst/>
          </a:prstGeom>
        </p:spPr>
        <p:txBody>
          <a:bodyPr rtlCol="0" anchor="b">
            <a:spAutoFit/>
          </a:bodyPr>
          <a:lstStyle>
            <a:lvl1pPr marL="0" indent="0" algn="ctr">
              <a:buNone/>
              <a:defRPr lang="es-ES" sz="2000" cap="none" baseline="0">
                <a:solidFill>
                  <a:schemeClr val="bg1">
                    <a:lumMod val="75000"/>
                  </a:schemeClr>
                </a:solidFill>
                <a:latin typeface="Montserrat" pitchFamily="2" charset="77"/>
              </a:defRPr>
            </a:lvl1pPr>
          </a:lstStyle>
          <a:p>
            <a:pPr lvl="0" rtl="0"/>
            <a:r>
              <a:rPr lang="es-ES" dirty="0"/>
              <a:t>Título </a:t>
            </a:r>
            <a:r>
              <a:rPr lang="es-ES" dirty="0" err="1"/>
              <a:t>Timeline</a:t>
            </a:r>
            <a:endParaRPr lang="es-ES" dirty="0"/>
          </a:p>
        </p:txBody>
      </p:sp>
      <p:sp>
        <p:nvSpPr>
          <p:cNvPr id="53" name="Marcador de texto 22">
            <a:extLst>
              <a:ext uri="{FF2B5EF4-FFF2-40B4-BE49-F238E27FC236}">
                <a16:creationId xmlns:a16="http://schemas.microsoft.com/office/drawing/2014/main" id="{247B223C-6209-27D1-9750-4B2C9250D340}"/>
              </a:ext>
            </a:extLst>
          </p:cNvPr>
          <p:cNvSpPr>
            <a:spLocks noGrp="1"/>
          </p:cNvSpPr>
          <p:nvPr>
            <p:ph type="body" sz="quarter" idx="65" hasCustomPrompt="1"/>
          </p:nvPr>
        </p:nvSpPr>
        <p:spPr>
          <a:xfrm>
            <a:off x="2913144" y="1584575"/>
            <a:ext cx="3317713" cy="289823"/>
          </a:xfrm>
          <a:prstGeom prst="rect">
            <a:avLst/>
          </a:prstGeom>
        </p:spPr>
        <p:txBody>
          <a:bodyPr rtlCol="0" anchor="t">
            <a:spAutoFit/>
          </a:bodyPr>
          <a:lstStyle>
            <a:lvl1pPr marL="0" indent="0" algn="ctr" rtl="0">
              <a:buNone/>
              <a:defRPr lang="es-ES" sz="1400" cap="none" baseline="0">
                <a:solidFill>
                  <a:schemeClr val="bg2">
                    <a:lumMod val="90000"/>
                  </a:schemeClr>
                </a:solidFill>
                <a:latin typeface="Montserrat" pitchFamily="2" charset="77"/>
              </a:defRPr>
            </a:lvl1pPr>
          </a:lstStyle>
          <a:p>
            <a:pPr lvl="0" rtl="0"/>
            <a:r>
              <a:rPr lang="es-ES" dirty="0"/>
              <a:t>Haga clic para agregar Subtítulo</a:t>
            </a:r>
          </a:p>
        </p:txBody>
      </p:sp>
    </p:spTree>
    <p:extLst>
      <p:ext uri="{BB962C8B-B14F-4D97-AF65-F5344CB8AC3E}">
        <p14:creationId xmlns:p14="http://schemas.microsoft.com/office/powerpoint/2010/main" val="3552358283"/>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Infografía 1">
    <p:spTree>
      <p:nvGrpSpPr>
        <p:cNvPr id="1" name=""/>
        <p:cNvGrpSpPr/>
        <p:nvPr/>
      </p:nvGrpSpPr>
      <p:grpSpPr>
        <a:xfrm>
          <a:off x="0" y="0"/>
          <a:ext cx="0" cy="0"/>
          <a:chOff x="0" y="0"/>
          <a:chExt cx="0" cy="0"/>
        </a:xfrm>
      </p:grpSpPr>
      <p:sp>
        <p:nvSpPr>
          <p:cNvPr id="15" name="The About…">
            <a:extLst>
              <a:ext uri="{FF2B5EF4-FFF2-40B4-BE49-F238E27FC236}">
                <a16:creationId xmlns:a16="http://schemas.microsoft.com/office/drawing/2014/main" id="{53215FDE-E9BE-FA41-B52C-959E9D4E6695}"/>
              </a:ext>
            </a:extLst>
          </p:cNvPr>
          <p:cNvSpPr txBox="1"/>
          <p:nvPr/>
        </p:nvSpPr>
        <p:spPr>
          <a:xfrm>
            <a:off x="8022624" y="5866673"/>
            <a:ext cx="65" cy="738664"/>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spcAft>
                <a:spcPts val="600"/>
              </a:spcAft>
              <a:defRPr sz="8000" b="0">
                <a:solidFill>
                  <a:srgbClr val="2C2E3C"/>
                </a:solidFill>
                <a:latin typeface="Roboto Black"/>
                <a:ea typeface="Roboto Black"/>
                <a:cs typeface="Roboto Black"/>
                <a:sym typeface="Roboto Black"/>
              </a:defRPr>
            </a:pPr>
            <a:endParaRPr lang="es-ES" sz="4800" b="1" kern="1000" spc="300" dirty="0">
              <a:solidFill>
                <a:srgbClr val="E2E3E1"/>
              </a:solidFill>
              <a:latin typeface="Montserrat" pitchFamily="2" charset="77"/>
              <a:cs typeface="Helvetica"/>
            </a:endParaRPr>
          </a:p>
        </p:txBody>
      </p:sp>
      <p:grpSp>
        <p:nvGrpSpPr>
          <p:cNvPr id="2" name="Agrupar 3">
            <a:extLst>
              <a:ext uri="{FF2B5EF4-FFF2-40B4-BE49-F238E27FC236}">
                <a16:creationId xmlns:a16="http://schemas.microsoft.com/office/drawing/2014/main" id="{E57CDA47-9775-B476-F757-11690987C5B8}"/>
              </a:ext>
            </a:extLst>
          </p:cNvPr>
          <p:cNvGrpSpPr/>
          <p:nvPr userDrawn="1"/>
        </p:nvGrpSpPr>
        <p:grpSpPr>
          <a:xfrm>
            <a:off x="441817" y="1759138"/>
            <a:ext cx="8385737" cy="1628589"/>
            <a:chOff x="-701003" y="1643529"/>
            <a:chExt cx="9347824" cy="1389530"/>
          </a:xfrm>
        </p:grpSpPr>
        <p:sp>
          <p:nvSpPr>
            <p:cNvPr id="4" name="Conector fuera de página 2">
              <a:extLst>
                <a:ext uri="{FF2B5EF4-FFF2-40B4-BE49-F238E27FC236}">
                  <a16:creationId xmlns:a16="http://schemas.microsoft.com/office/drawing/2014/main" id="{DF3E1C6A-9FB5-60C5-9FBA-D3CFB537D3D8}"/>
                </a:ext>
              </a:extLst>
            </p:cNvPr>
            <p:cNvSpPr/>
            <p:nvPr/>
          </p:nvSpPr>
          <p:spPr>
            <a:xfrm rot="16200000">
              <a:off x="6602556"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1E5080"/>
            </a:solidFill>
            <a:ln>
              <a:noFill/>
            </a:ln>
            <a:effectLst>
              <a:outerShdw blurRad="76200" dir="18900000" sy="23000" kx="-1200000" algn="b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6" name="Conector fuera de página 2">
              <a:extLst>
                <a:ext uri="{FF2B5EF4-FFF2-40B4-BE49-F238E27FC236}">
                  <a16:creationId xmlns:a16="http://schemas.microsoft.com/office/drawing/2014/main" id="{1C794105-B6E6-86C5-B046-8B04EE0F6957}"/>
                </a:ext>
              </a:extLst>
            </p:cNvPr>
            <p:cNvSpPr/>
            <p:nvPr/>
          </p:nvSpPr>
          <p:spPr>
            <a:xfrm rot="16200000">
              <a:off x="4361380"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08459A"/>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8" name="Conector fuera de página 2">
              <a:extLst>
                <a:ext uri="{FF2B5EF4-FFF2-40B4-BE49-F238E27FC236}">
                  <a16:creationId xmlns:a16="http://schemas.microsoft.com/office/drawing/2014/main" id="{E8C2E33A-89C4-C79D-FD39-F19F29803A3B}"/>
                </a:ext>
              </a:extLst>
            </p:cNvPr>
            <p:cNvSpPr/>
            <p:nvPr/>
          </p:nvSpPr>
          <p:spPr>
            <a:xfrm rot="16200000">
              <a:off x="2165028"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3FC1FF"/>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9" name="Conector fuera de página 2">
              <a:extLst>
                <a:ext uri="{FF2B5EF4-FFF2-40B4-BE49-F238E27FC236}">
                  <a16:creationId xmlns:a16="http://schemas.microsoft.com/office/drawing/2014/main" id="{41246465-4E53-994D-1BAE-2BAC51104F2F}"/>
                </a:ext>
              </a:extLst>
            </p:cNvPr>
            <p:cNvSpPr/>
            <p:nvPr/>
          </p:nvSpPr>
          <p:spPr>
            <a:xfrm rot="16200000">
              <a:off x="-46267" y="988793"/>
              <a:ext cx="1389530" cy="2699001"/>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0 h 9541"/>
                <a:gd name="connsiteX1" fmla="*/ 10000 w 10000"/>
                <a:gd name="connsiteY1" fmla="*/ 0 h 9541"/>
                <a:gd name="connsiteX2" fmla="*/ 10000 w 10000"/>
                <a:gd name="connsiteY2" fmla="*/ 8000 h 9541"/>
                <a:gd name="connsiteX3" fmla="*/ 5000 w 10000"/>
                <a:gd name="connsiteY3" fmla="*/ 9541 h 9541"/>
                <a:gd name="connsiteX4" fmla="*/ 0 w 10000"/>
                <a:gd name="connsiteY4" fmla="*/ 8000 h 9541"/>
                <a:gd name="connsiteX5" fmla="*/ 0 w 10000"/>
                <a:gd name="connsiteY5" fmla="*/ 0 h 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9541">
                  <a:moveTo>
                    <a:pt x="0" y="0"/>
                  </a:moveTo>
                  <a:lnTo>
                    <a:pt x="10000" y="0"/>
                  </a:lnTo>
                  <a:lnTo>
                    <a:pt x="10000" y="8000"/>
                  </a:lnTo>
                  <a:lnTo>
                    <a:pt x="5000" y="9541"/>
                  </a:lnTo>
                  <a:lnTo>
                    <a:pt x="0" y="8000"/>
                  </a:lnTo>
                  <a:lnTo>
                    <a:pt x="0" y="0"/>
                  </a:lnTo>
                  <a:close/>
                </a:path>
              </a:pathLst>
            </a:custGeom>
            <a:solidFill>
              <a:srgbClr val="0B5BD3"/>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sp>
        <p:nvSpPr>
          <p:cNvPr id="10" name="Marcador de texto 22">
            <a:extLst>
              <a:ext uri="{FF2B5EF4-FFF2-40B4-BE49-F238E27FC236}">
                <a16:creationId xmlns:a16="http://schemas.microsoft.com/office/drawing/2014/main" id="{6CA6D4B8-BA9A-5D66-B1DD-8644564F6BAC}"/>
              </a:ext>
            </a:extLst>
          </p:cNvPr>
          <p:cNvSpPr>
            <a:spLocks noGrp="1"/>
          </p:cNvSpPr>
          <p:nvPr>
            <p:ph type="body" sz="quarter" idx="21" hasCustomPrompt="1"/>
          </p:nvPr>
        </p:nvSpPr>
        <p:spPr>
          <a:xfrm>
            <a:off x="2863036" y="200751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1" name="Marcador de texto 22">
            <a:extLst>
              <a:ext uri="{FF2B5EF4-FFF2-40B4-BE49-F238E27FC236}">
                <a16:creationId xmlns:a16="http://schemas.microsoft.com/office/drawing/2014/main" id="{A0B2EE3C-4B3B-00BB-562B-56251344F3FF}"/>
              </a:ext>
            </a:extLst>
          </p:cNvPr>
          <p:cNvSpPr>
            <a:spLocks noGrp="1"/>
          </p:cNvSpPr>
          <p:nvPr>
            <p:ph type="body" sz="quarter" idx="22" hasCustomPrompt="1"/>
          </p:nvPr>
        </p:nvSpPr>
        <p:spPr>
          <a:xfrm>
            <a:off x="2863036" y="251499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2" name="Marcador de texto 22">
            <a:extLst>
              <a:ext uri="{FF2B5EF4-FFF2-40B4-BE49-F238E27FC236}">
                <a16:creationId xmlns:a16="http://schemas.microsoft.com/office/drawing/2014/main" id="{738363FB-9024-AA09-4310-8EBB5D959024}"/>
              </a:ext>
            </a:extLst>
          </p:cNvPr>
          <p:cNvSpPr>
            <a:spLocks noGrp="1"/>
          </p:cNvSpPr>
          <p:nvPr>
            <p:ph type="body" sz="quarter" idx="23" hasCustomPrompt="1"/>
          </p:nvPr>
        </p:nvSpPr>
        <p:spPr>
          <a:xfrm>
            <a:off x="627836" y="200751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3" name="Marcador de texto 22">
            <a:extLst>
              <a:ext uri="{FF2B5EF4-FFF2-40B4-BE49-F238E27FC236}">
                <a16:creationId xmlns:a16="http://schemas.microsoft.com/office/drawing/2014/main" id="{57F6785A-6458-AE7F-2894-C04153485852}"/>
              </a:ext>
            </a:extLst>
          </p:cNvPr>
          <p:cNvSpPr>
            <a:spLocks noGrp="1"/>
          </p:cNvSpPr>
          <p:nvPr>
            <p:ph type="body" sz="quarter" idx="24" hasCustomPrompt="1"/>
          </p:nvPr>
        </p:nvSpPr>
        <p:spPr>
          <a:xfrm>
            <a:off x="627836" y="2514998"/>
            <a:ext cx="1708964" cy="697104"/>
          </a:xfrm>
          <a:prstGeom prst="rect">
            <a:avLst/>
          </a:prstGeom>
        </p:spPr>
        <p:txBody>
          <a:bodyPr rtlCol="0" anchor="t">
            <a:normAutofit/>
          </a:bodyPr>
          <a:lstStyle>
            <a:lvl1pPr marL="0" indent="0" algn="ctr">
              <a:lnSpc>
                <a:spcPct val="114000"/>
              </a:lnSpc>
              <a:spcBef>
                <a:spcPts val="0"/>
              </a:spcBef>
              <a:buNone/>
              <a:defRPr lang="es-ES" sz="1050" spc="50" baseline="0">
                <a:solidFill>
                  <a:schemeClr val="bg1"/>
                </a:solidFill>
              </a:defRPr>
            </a:lvl1pPr>
          </a:lstStyle>
          <a:p>
            <a:pPr lvl="0" rtl="0"/>
            <a:r>
              <a:rPr lang="es-ES" dirty="0"/>
              <a:t>Agregar texto</a:t>
            </a:r>
          </a:p>
        </p:txBody>
      </p:sp>
      <p:sp>
        <p:nvSpPr>
          <p:cNvPr id="14" name="Marcador de texto 22">
            <a:extLst>
              <a:ext uri="{FF2B5EF4-FFF2-40B4-BE49-F238E27FC236}">
                <a16:creationId xmlns:a16="http://schemas.microsoft.com/office/drawing/2014/main" id="{FCE52C46-A13B-E4E6-4F3F-4494C3E14E3A}"/>
              </a:ext>
            </a:extLst>
          </p:cNvPr>
          <p:cNvSpPr>
            <a:spLocks noGrp="1"/>
          </p:cNvSpPr>
          <p:nvPr>
            <p:ph type="body" sz="quarter" idx="25" hasCustomPrompt="1"/>
          </p:nvPr>
        </p:nvSpPr>
        <p:spPr>
          <a:xfrm>
            <a:off x="4821144" y="200751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6" name="Marcador de texto 22">
            <a:extLst>
              <a:ext uri="{FF2B5EF4-FFF2-40B4-BE49-F238E27FC236}">
                <a16:creationId xmlns:a16="http://schemas.microsoft.com/office/drawing/2014/main" id="{E012D3E6-B8AA-59EB-EBC2-29AE4051C6B1}"/>
              </a:ext>
            </a:extLst>
          </p:cNvPr>
          <p:cNvSpPr>
            <a:spLocks noGrp="1"/>
          </p:cNvSpPr>
          <p:nvPr>
            <p:ph type="body" sz="quarter" idx="26" hasCustomPrompt="1"/>
          </p:nvPr>
        </p:nvSpPr>
        <p:spPr>
          <a:xfrm>
            <a:off x="4821144" y="251499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7" name="Marcador de texto 22">
            <a:extLst>
              <a:ext uri="{FF2B5EF4-FFF2-40B4-BE49-F238E27FC236}">
                <a16:creationId xmlns:a16="http://schemas.microsoft.com/office/drawing/2014/main" id="{4A55FC95-2AA2-95B8-85A7-40F2636C0C0F}"/>
              </a:ext>
            </a:extLst>
          </p:cNvPr>
          <p:cNvSpPr>
            <a:spLocks noGrp="1"/>
          </p:cNvSpPr>
          <p:nvPr>
            <p:ph type="body" sz="quarter" idx="27" hasCustomPrompt="1"/>
          </p:nvPr>
        </p:nvSpPr>
        <p:spPr>
          <a:xfrm>
            <a:off x="6834671" y="2007512"/>
            <a:ext cx="1708964" cy="498496"/>
          </a:xfrm>
          <a:prstGeom prst="rect">
            <a:avLst/>
          </a:prstGeom>
        </p:spPr>
        <p:txBody>
          <a:bodyPr rtlCol="0" anchor="b">
            <a:normAutofit/>
          </a:bodyPr>
          <a:lstStyle>
            <a:lvl1pPr marL="0" indent="0" algn="ctr">
              <a:buNone/>
              <a:defRPr lang="es-ES" sz="1400" cap="all" baseline="0">
                <a:solidFill>
                  <a:schemeClr val="bg1"/>
                </a:solidFill>
                <a:latin typeface="Montserrat" pitchFamily="2" charset="77"/>
              </a:defRPr>
            </a:lvl1pPr>
          </a:lstStyle>
          <a:p>
            <a:pPr lvl="0" rtl="0"/>
            <a:r>
              <a:rPr lang="es-ES" dirty="0"/>
              <a:t>TÍTULO</a:t>
            </a:r>
          </a:p>
        </p:txBody>
      </p:sp>
      <p:sp>
        <p:nvSpPr>
          <p:cNvPr id="18" name="Marcador de texto 22">
            <a:extLst>
              <a:ext uri="{FF2B5EF4-FFF2-40B4-BE49-F238E27FC236}">
                <a16:creationId xmlns:a16="http://schemas.microsoft.com/office/drawing/2014/main" id="{9DA77868-3C90-EB78-158C-141225DAE70A}"/>
              </a:ext>
            </a:extLst>
          </p:cNvPr>
          <p:cNvSpPr>
            <a:spLocks noGrp="1"/>
          </p:cNvSpPr>
          <p:nvPr>
            <p:ph type="body" sz="quarter" idx="28" hasCustomPrompt="1"/>
          </p:nvPr>
        </p:nvSpPr>
        <p:spPr>
          <a:xfrm>
            <a:off x="6834671" y="2514998"/>
            <a:ext cx="1708964" cy="697104"/>
          </a:xfrm>
          <a:prstGeom prst="rect">
            <a:avLst/>
          </a:prstGeom>
        </p:spPr>
        <p:txBody>
          <a:bodyPr rtlCol="0" anchor="t">
            <a:normAutofit/>
          </a:bodyPr>
          <a:lstStyle>
            <a:lvl1pPr marL="0" indent="0" algn="ctr">
              <a:lnSpc>
                <a:spcPct val="114000"/>
              </a:lnSpc>
              <a:spcBef>
                <a:spcPts val="0"/>
              </a:spcBef>
              <a:buNone/>
              <a:defRPr lang="es-ES" sz="1100" spc="50" baseline="0">
                <a:solidFill>
                  <a:schemeClr val="bg1"/>
                </a:solidFill>
              </a:defRPr>
            </a:lvl1pPr>
          </a:lstStyle>
          <a:p>
            <a:pPr lvl="0" rtl="0"/>
            <a:r>
              <a:rPr lang="es-ES" dirty="0"/>
              <a:t>Agregar texto</a:t>
            </a:r>
          </a:p>
        </p:txBody>
      </p:sp>
      <p:sp>
        <p:nvSpPr>
          <p:cNvPr id="19" name="Marcador de texto 22">
            <a:extLst>
              <a:ext uri="{FF2B5EF4-FFF2-40B4-BE49-F238E27FC236}">
                <a16:creationId xmlns:a16="http://schemas.microsoft.com/office/drawing/2014/main" id="{57BD450E-D594-1D9D-B0A9-3872D33D5FB3}"/>
              </a:ext>
            </a:extLst>
          </p:cNvPr>
          <p:cNvSpPr>
            <a:spLocks noGrp="1"/>
          </p:cNvSpPr>
          <p:nvPr>
            <p:ph type="body" sz="quarter" idx="29" hasCustomPrompt="1"/>
          </p:nvPr>
        </p:nvSpPr>
        <p:spPr>
          <a:xfrm>
            <a:off x="562181" y="4537928"/>
            <a:ext cx="1708964" cy="498496"/>
          </a:xfrm>
          <a:prstGeom prst="rect">
            <a:avLst/>
          </a:prstGeom>
        </p:spPr>
        <p:txBody>
          <a:bodyPr rtlCol="0" anchor="b">
            <a:norm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20" name="Marcador de texto 22">
            <a:extLst>
              <a:ext uri="{FF2B5EF4-FFF2-40B4-BE49-F238E27FC236}">
                <a16:creationId xmlns:a16="http://schemas.microsoft.com/office/drawing/2014/main" id="{4EC14038-7E36-EA3F-FE97-57AAA8586675}"/>
              </a:ext>
            </a:extLst>
          </p:cNvPr>
          <p:cNvSpPr>
            <a:spLocks noGrp="1"/>
          </p:cNvSpPr>
          <p:nvPr>
            <p:ph type="body" sz="quarter" idx="30" hasCustomPrompt="1"/>
          </p:nvPr>
        </p:nvSpPr>
        <p:spPr>
          <a:xfrm>
            <a:off x="562181" y="5063886"/>
            <a:ext cx="1708964" cy="973341"/>
          </a:xfrm>
          <a:prstGeom prst="rect">
            <a:avLst/>
          </a:prstGeom>
        </p:spPr>
        <p:txBody>
          <a:bodyPr rtlCol="0" anchor="t">
            <a:norm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24" name="Elipse 23">
            <a:extLst>
              <a:ext uri="{FF2B5EF4-FFF2-40B4-BE49-F238E27FC236}">
                <a16:creationId xmlns:a16="http://schemas.microsoft.com/office/drawing/2014/main" id="{9CF64028-C1E4-6E5A-077A-F0DC4E93D88F}"/>
              </a:ext>
            </a:extLst>
          </p:cNvPr>
          <p:cNvSpPr/>
          <p:nvPr userDrawn="1"/>
        </p:nvSpPr>
        <p:spPr>
          <a:xfrm rot="16200000">
            <a:off x="1121266" y="3701255"/>
            <a:ext cx="590795" cy="590795"/>
          </a:xfrm>
          <a:prstGeom prst="ellipse">
            <a:avLst/>
          </a:prstGeom>
          <a:solidFill>
            <a:srgbClr val="14A8ED"/>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3" name="Elipse 82">
            <a:extLst>
              <a:ext uri="{FF2B5EF4-FFF2-40B4-BE49-F238E27FC236}">
                <a16:creationId xmlns:a16="http://schemas.microsoft.com/office/drawing/2014/main" id="{EB262B70-7A8F-7D2C-2F27-0CFDB3631BF3}"/>
              </a:ext>
            </a:extLst>
          </p:cNvPr>
          <p:cNvSpPr/>
          <p:nvPr userDrawn="1"/>
        </p:nvSpPr>
        <p:spPr>
          <a:xfrm rot="16200000">
            <a:off x="5302926" y="3701255"/>
            <a:ext cx="590795" cy="590795"/>
          </a:xfrm>
          <a:prstGeom prst="ellipse">
            <a:avLst/>
          </a:prstGeom>
          <a:solidFill>
            <a:srgbClr val="08459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89" name="Elipse 88">
            <a:extLst>
              <a:ext uri="{FF2B5EF4-FFF2-40B4-BE49-F238E27FC236}">
                <a16:creationId xmlns:a16="http://schemas.microsoft.com/office/drawing/2014/main" id="{DBA03956-E53A-71AA-08CD-AA697C565EE1}"/>
              </a:ext>
            </a:extLst>
          </p:cNvPr>
          <p:cNvSpPr/>
          <p:nvPr userDrawn="1"/>
        </p:nvSpPr>
        <p:spPr>
          <a:xfrm rot="16200000">
            <a:off x="7393756" y="3701255"/>
            <a:ext cx="590795" cy="590795"/>
          </a:xfrm>
          <a:prstGeom prst="ellipse">
            <a:avLst/>
          </a:prstGeom>
          <a:solidFill>
            <a:srgbClr val="1E5080"/>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92" name="Elipse 91">
            <a:extLst>
              <a:ext uri="{FF2B5EF4-FFF2-40B4-BE49-F238E27FC236}">
                <a16:creationId xmlns:a16="http://schemas.microsoft.com/office/drawing/2014/main" id="{9E6EBDEC-6656-C086-5B1A-1D9A992F650C}"/>
              </a:ext>
            </a:extLst>
          </p:cNvPr>
          <p:cNvSpPr/>
          <p:nvPr/>
        </p:nvSpPr>
        <p:spPr>
          <a:xfrm rot="16200000">
            <a:off x="3212096" y="3701255"/>
            <a:ext cx="590795" cy="590795"/>
          </a:xfrm>
          <a:prstGeom prst="ellipse">
            <a:avLst/>
          </a:prstGeom>
          <a:solidFill>
            <a:srgbClr val="1A6FBA"/>
          </a:solidFill>
          <a:ln>
            <a:noFill/>
          </a:ln>
          <a:effectLst>
            <a:outerShdw blurRad="95250" dist="25400" dir="9660000" sx="92000" sy="92000" rotWithShape="0">
              <a:schemeClr val="bg1">
                <a:lumMod val="50000"/>
                <a:alpha val="43000"/>
              </a:schemeClr>
            </a:out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dirty="0"/>
          </a:p>
        </p:txBody>
      </p:sp>
      <p:sp>
        <p:nvSpPr>
          <p:cNvPr id="96" name="Marcador de texto 22">
            <a:extLst>
              <a:ext uri="{FF2B5EF4-FFF2-40B4-BE49-F238E27FC236}">
                <a16:creationId xmlns:a16="http://schemas.microsoft.com/office/drawing/2014/main" id="{A72A91CB-B117-9B4D-74E5-83F2F3FD673B}"/>
              </a:ext>
            </a:extLst>
          </p:cNvPr>
          <p:cNvSpPr>
            <a:spLocks noGrp="1"/>
          </p:cNvSpPr>
          <p:nvPr>
            <p:ph type="body" sz="quarter" idx="31" hasCustomPrompt="1"/>
          </p:nvPr>
        </p:nvSpPr>
        <p:spPr>
          <a:xfrm>
            <a:off x="2652676" y="4537928"/>
            <a:ext cx="1708964" cy="498496"/>
          </a:xfrm>
          <a:prstGeom prst="rect">
            <a:avLst/>
          </a:prstGeom>
        </p:spPr>
        <p:txBody>
          <a:bodyPr rtlCol="0" anchor="b">
            <a:norm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97" name="Marcador de texto 22">
            <a:extLst>
              <a:ext uri="{FF2B5EF4-FFF2-40B4-BE49-F238E27FC236}">
                <a16:creationId xmlns:a16="http://schemas.microsoft.com/office/drawing/2014/main" id="{C7F4E0AC-F2DA-5E55-11CC-24DB39EC87E0}"/>
              </a:ext>
            </a:extLst>
          </p:cNvPr>
          <p:cNvSpPr>
            <a:spLocks noGrp="1"/>
          </p:cNvSpPr>
          <p:nvPr>
            <p:ph type="body" sz="quarter" idx="32" hasCustomPrompt="1"/>
          </p:nvPr>
        </p:nvSpPr>
        <p:spPr>
          <a:xfrm>
            <a:off x="2649597" y="5063886"/>
            <a:ext cx="1708964" cy="973341"/>
          </a:xfrm>
          <a:prstGeom prst="rect">
            <a:avLst/>
          </a:prstGeom>
        </p:spPr>
        <p:txBody>
          <a:bodyPr rtlCol="0" anchor="t">
            <a:norm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98" name="Marcador de texto 22">
            <a:extLst>
              <a:ext uri="{FF2B5EF4-FFF2-40B4-BE49-F238E27FC236}">
                <a16:creationId xmlns:a16="http://schemas.microsoft.com/office/drawing/2014/main" id="{676D1217-F2CA-98E1-6959-E2C83F8166FE}"/>
              </a:ext>
            </a:extLst>
          </p:cNvPr>
          <p:cNvSpPr>
            <a:spLocks noGrp="1"/>
          </p:cNvSpPr>
          <p:nvPr>
            <p:ph type="body" sz="quarter" idx="33" hasCustomPrompt="1"/>
          </p:nvPr>
        </p:nvSpPr>
        <p:spPr>
          <a:xfrm>
            <a:off x="4743171" y="4537928"/>
            <a:ext cx="1708964" cy="498496"/>
          </a:xfrm>
          <a:prstGeom prst="rect">
            <a:avLst/>
          </a:prstGeom>
        </p:spPr>
        <p:txBody>
          <a:bodyPr rtlCol="0" anchor="b">
            <a:norm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99" name="Marcador de texto 22">
            <a:extLst>
              <a:ext uri="{FF2B5EF4-FFF2-40B4-BE49-F238E27FC236}">
                <a16:creationId xmlns:a16="http://schemas.microsoft.com/office/drawing/2014/main" id="{A4A6417D-D175-E129-0295-02D7A5CE78C0}"/>
              </a:ext>
            </a:extLst>
          </p:cNvPr>
          <p:cNvSpPr>
            <a:spLocks noGrp="1"/>
          </p:cNvSpPr>
          <p:nvPr>
            <p:ph type="body" sz="quarter" idx="34" hasCustomPrompt="1"/>
          </p:nvPr>
        </p:nvSpPr>
        <p:spPr>
          <a:xfrm>
            <a:off x="4742715" y="5063886"/>
            <a:ext cx="1708964" cy="973341"/>
          </a:xfrm>
          <a:prstGeom prst="rect">
            <a:avLst/>
          </a:prstGeom>
        </p:spPr>
        <p:txBody>
          <a:bodyPr rtlCol="0" anchor="t">
            <a:norm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
        <p:nvSpPr>
          <p:cNvPr id="100" name="Marcador de texto 22">
            <a:extLst>
              <a:ext uri="{FF2B5EF4-FFF2-40B4-BE49-F238E27FC236}">
                <a16:creationId xmlns:a16="http://schemas.microsoft.com/office/drawing/2014/main" id="{F40A0E92-6589-75D4-E20C-7E2501D0015C}"/>
              </a:ext>
            </a:extLst>
          </p:cNvPr>
          <p:cNvSpPr>
            <a:spLocks noGrp="1"/>
          </p:cNvSpPr>
          <p:nvPr>
            <p:ph type="body" sz="quarter" idx="35" hasCustomPrompt="1"/>
          </p:nvPr>
        </p:nvSpPr>
        <p:spPr>
          <a:xfrm>
            <a:off x="6833667" y="4537928"/>
            <a:ext cx="1708964" cy="498496"/>
          </a:xfrm>
          <a:prstGeom prst="rect">
            <a:avLst/>
          </a:prstGeom>
        </p:spPr>
        <p:txBody>
          <a:bodyPr rtlCol="0" anchor="b">
            <a:normAutofit/>
          </a:bodyPr>
          <a:lstStyle>
            <a:lvl1pPr marL="0" indent="0" algn="l">
              <a:buNone/>
              <a:defRPr lang="es-ES" sz="1400" cap="all" baseline="0">
                <a:solidFill>
                  <a:srgbClr val="7F7F7F"/>
                </a:solidFill>
                <a:latin typeface="Montserrat" pitchFamily="2" charset="77"/>
              </a:defRPr>
            </a:lvl1pPr>
          </a:lstStyle>
          <a:p>
            <a:pPr lvl="0" rtl="0"/>
            <a:r>
              <a:rPr lang="es-ES" dirty="0"/>
              <a:t>TÍTULO</a:t>
            </a:r>
          </a:p>
        </p:txBody>
      </p:sp>
      <p:sp>
        <p:nvSpPr>
          <p:cNvPr id="101" name="Marcador de texto 22">
            <a:extLst>
              <a:ext uri="{FF2B5EF4-FFF2-40B4-BE49-F238E27FC236}">
                <a16:creationId xmlns:a16="http://schemas.microsoft.com/office/drawing/2014/main" id="{69D8E179-CEF9-FCB1-0861-31773A8DCAD7}"/>
              </a:ext>
            </a:extLst>
          </p:cNvPr>
          <p:cNvSpPr>
            <a:spLocks noGrp="1"/>
          </p:cNvSpPr>
          <p:nvPr>
            <p:ph type="body" sz="quarter" idx="36" hasCustomPrompt="1"/>
          </p:nvPr>
        </p:nvSpPr>
        <p:spPr>
          <a:xfrm>
            <a:off x="6833667" y="5063886"/>
            <a:ext cx="1708964" cy="973341"/>
          </a:xfrm>
          <a:prstGeom prst="rect">
            <a:avLst/>
          </a:prstGeom>
        </p:spPr>
        <p:txBody>
          <a:bodyPr rtlCol="0" anchor="t">
            <a:normAutofit/>
          </a:bodyPr>
          <a:lstStyle>
            <a:lvl1pPr marL="0" indent="0" algn="l">
              <a:lnSpc>
                <a:spcPct val="114000"/>
              </a:lnSpc>
              <a:spcBef>
                <a:spcPts val="0"/>
              </a:spcBef>
              <a:buNone/>
              <a:defRPr lang="es-ES" sz="1200" spc="50" baseline="0">
                <a:solidFill>
                  <a:srgbClr val="7F7F7F"/>
                </a:solidFill>
              </a:defRPr>
            </a:lvl1pPr>
          </a:lstStyle>
          <a:p>
            <a:pPr lvl="0" rtl="0"/>
            <a:r>
              <a:rPr lang="es-ES" dirty="0"/>
              <a:t>Agregar texto</a:t>
            </a:r>
          </a:p>
        </p:txBody>
      </p:sp>
    </p:spTree>
    <p:extLst>
      <p:ext uri="{BB962C8B-B14F-4D97-AF65-F5344CB8AC3E}">
        <p14:creationId xmlns:p14="http://schemas.microsoft.com/office/powerpoint/2010/main" val="3494186141"/>
      </p:ext>
    </p:extLst>
  </p:cSld>
  <p:clrMapOvr>
    <a:masterClrMapping/>
  </p:clrMapOvr>
  <p:extLst>
    <p:ext uri="{DCECCB84-F9BA-43D5-87BE-67443E8EF086}">
      <p15:sldGuideLst xmlns:p15="http://schemas.microsoft.com/office/powerpoint/2012/main">
        <p15:guide id="1" orient="horz" pos="3385" userDrawn="1">
          <p15:clr>
            <a:srgbClr val="FBAE40"/>
          </p15:clr>
        </p15:guide>
        <p15:guide id="2" pos="281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ierre de presentación">
    <p:spTree>
      <p:nvGrpSpPr>
        <p:cNvPr id="1" name=""/>
        <p:cNvGrpSpPr/>
        <p:nvPr/>
      </p:nvGrpSpPr>
      <p:grpSpPr>
        <a:xfrm>
          <a:off x="0" y="0"/>
          <a:ext cx="0" cy="0"/>
          <a:chOff x="0" y="0"/>
          <a:chExt cx="0" cy="0"/>
        </a:xfrm>
      </p:grpSpPr>
      <p:pic>
        <p:nvPicPr>
          <p:cNvPr id="4" name="Imagen 3" descr="Un conjunto de letras blancas en un fondo azul&#10;&#10;Descripción generada automáticamente con confianza baja">
            <a:extLst>
              <a:ext uri="{FF2B5EF4-FFF2-40B4-BE49-F238E27FC236}">
                <a16:creationId xmlns:a16="http://schemas.microsoft.com/office/drawing/2014/main" id="{E2997428-967C-BF30-D27C-5728FBB881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6858000"/>
          </a:xfrm>
          <a:prstGeom prst="rect">
            <a:avLst/>
          </a:prstGeom>
        </p:spPr>
      </p:pic>
      <p:pic>
        <p:nvPicPr>
          <p:cNvPr id="5" name="Imagen 4">
            <a:extLst>
              <a:ext uri="{FF2B5EF4-FFF2-40B4-BE49-F238E27FC236}">
                <a16:creationId xmlns:a16="http://schemas.microsoft.com/office/drawing/2014/main" id="{4605806B-9197-6417-E43F-49C109C05D0A}"/>
              </a:ext>
            </a:extLst>
          </p:cNvPr>
          <p:cNvPicPr>
            <a:picLocks noChangeAspect="1"/>
          </p:cNvPicPr>
          <p:nvPr userDrawn="1"/>
        </p:nvPicPr>
        <p:blipFill>
          <a:blip r:embed="rId3"/>
          <a:stretch>
            <a:fillRect/>
          </a:stretch>
        </p:blipFill>
        <p:spPr>
          <a:xfrm>
            <a:off x="6085484" y="5447233"/>
            <a:ext cx="2571499" cy="1022403"/>
          </a:xfrm>
          <a:prstGeom prst="rect">
            <a:avLst/>
          </a:prstGeom>
        </p:spPr>
      </p:pic>
    </p:spTree>
    <p:extLst>
      <p:ext uri="{BB962C8B-B14F-4D97-AF65-F5344CB8AC3E}">
        <p14:creationId xmlns:p14="http://schemas.microsoft.com/office/powerpoint/2010/main" val="1691617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23" Type="http://schemas.openxmlformats.org/officeDocument/2006/relationships/image" Target="../media/image1.png"/><Relationship Id="rId2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949211"/>
            <a:ext cx="78867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28650" y="2471057"/>
            <a:ext cx="7886700" cy="3705906"/>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spc="100" baseline="0">
                <a:solidFill>
                  <a:schemeClr val="tx1">
                    <a:tint val="75000"/>
                  </a:schemeClr>
                </a:solidFill>
                <a:latin typeface="Montserrat SemiBold" pitchFamily="2" charset="77"/>
              </a:defRPr>
            </a:lvl1pPr>
          </a:lstStyle>
          <a:p>
            <a:fld id="{66815D90-A5FB-D34A-851E-052709078845}" type="datetime1">
              <a:rPr lang="es-ES" smtClean="0"/>
              <a:t>12/10/2026</a:t>
            </a:fld>
            <a:endParaRPr lang="es-E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1" i="0" baseline="0">
                <a:solidFill>
                  <a:schemeClr val="tx1">
                    <a:tint val="75000"/>
                  </a:schemeClr>
                </a:solidFill>
                <a:latin typeface="Montserrat" pitchFamily="2" charset="77"/>
              </a:defRPr>
            </a:lvl1pPr>
          </a:lstStyle>
          <a:p>
            <a:fld id="{00595991-7FD8-9041-9864-A9A00B37A2A7}" type="slidenum">
              <a:rPr lang="es-ES" smtClean="0"/>
              <a:pPr/>
              <a:t>‹#›</a:t>
            </a:fld>
            <a:endParaRPr lang="es-ES" dirty="0"/>
          </a:p>
        </p:txBody>
      </p:sp>
      <p:sp>
        <p:nvSpPr>
          <p:cNvPr id="7" name="Rectángulo 6">
            <a:extLst>
              <a:ext uri="{FF2B5EF4-FFF2-40B4-BE49-F238E27FC236}">
                <a16:creationId xmlns:a16="http://schemas.microsoft.com/office/drawing/2014/main" id="{6CBCAC4A-F576-8F4D-99CA-7F7FAF783745}"/>
              </a:ext>
            </a:extLst>
          </p:cNvPr>
          <p:cNvSpPr/>
          <p:nvPr/>
        </p:nvSpPr>
        <p:spPr>
          <a:xfrm>
            <a:off x="0" y="6178"/>
            <a:ext cx="9144001" cy="805845"/>
          </a:xfrm>
          <a:prstGeom prst="rect">
            <a:avLst/>
          </a:prstGeom>
          <a:gradFill flip="none" rotWithShape="1">
            <a:gsLst>
              <a:gs pos="28000">
                <a:schemeClr val="bg1"/>
              </a:gs>
              <a:gs pos="100000">
                <a:srgbClr val="EFEFEF"/>
              </a:gs>
            </a:gsLst>
            <a:lin ang="0" scaled="1"/>
            <a:tileRect/>
          </a:gradFill>
          <a:ln>
            <a:noFill/>
          </a:ln>
          <a:effectLst>
            <a:outerShdw blurRad="50800" dist="38100" dir="5400000" algn="t" rotWithShape="0">
              <a:prstClr val="black">
                <a:alpha val="3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rgbClr val="8BFFC8"/>
              </a:solidFill>
            </a:endParaRPr>
          </a:p>
        </p:txBody>
      </p:sp>
      <p:pic>
        <p:nvPicPr>
          <p:cNvPr id="9" name="Imagen 8" descr="Sin título-5.png">
            <a:extLst>
              <a:ext uri="{FF2B5EF4-FFF2-40B4-BE49-F238E27FC236}">
                <a16:creationId xmlns:a16="http://schemas.microsoft.com/office/drawing/2014/main" id="{6C6BEB64-9553-A447-869C-0BA443BB3D5A}"/>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8457435" y="143366"/>
            <a:ext cx="684870" cy="662482"/>
          </a:xfrm>
          <a:prstGeom prst="rect">
            <a:avLst/>
          </a:prstGeom>
        </p:spPr>
      </p:pic>
      <p:pic>
        <p:nvPicPr>
          <p:cNvPr id="11" name="Imagen 10" descr="Imagen que contiene reloj, dibujo&#10;&#10;Descripción generada automáticamente">
            <a:extLst>
              <a:ext uri="{FF2B5EF4-FFF2-40B4-BE49-F238E27FC236}">
                <a16:creationId xmlns:a16="http://schemas.microsoft.com/office/drawing/2014/main" id="{D6C5E205-1DC3-9D3E-4823-F957C6262271}"/>
              </a:ext>
            </a:extLst>
          </p:cNvPr>
          <p:cNvPicPr>
            <a:picLocks noChangeAspect="1"/>
          </p:cNvPicPr>
          <p:nvPr userDrawn="1"/>
        </p:nvPicPr>
        <p:blipFill>
          <a:blip r:embed="rId24"/>
          <a:stretch>
            <a:fillRect/>
          </a:stretch>
        </p:blipFill>
        <p:spPr>
          <a:xfrm>
            <a:off x="186349" y="26576"/>
            <a:ext cx="3390228" cy="789770"/>
          </a:xfrm>
          <a:prstGeom prst="rect">
            <a:avLst/>
          </a:prstGeom>
        </p:spPr>
      </p:pic>
    </p:spTree>
    <p:extLst>
      <p:ext uri="{BB962C8B-B14F-4D97-AF65-F5344CB8AC3E}">
        <p14:creationId xmlns:p14="http://schemas.microsoft.com/office/powerpoint/2010/main" val="337103462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72" r:id="rId16"/>
    <p:sldLayoutId id="2147483766" r:id="rId17"/>
    <p:sldLayoutId id="2147483767" r:id="rId18"/>
    <p:sldLayoutId id="2147483768" r:id="rId19"/>
    <p:sldLayoutId id="2147483771" r:id="rId20"/>
    <p:sldLayoutId id="2147483769" r:id="rId21"/>
  </p:sldLayoutIdLst>
  <p:hf hdr="0" ftr="0"/>
  <p:txStyles>
    <p:titleStyle>
      <a:lvl1pPr algn="l" defTabSz="914400" rtl="0" eaLnBrk="1" latinLnBrk="0" hangingPunct="1">
        <a:lnSpc>
          <a:spcPct val="90000"/>
        </a:lnSpc>
        <a:spcBef>
          <a:spcPct val="0"/>
        </a:spcBef>
        <a:buNone/>
        <a:defRPr sz="4400" kern="1200" baseline="0">
          <a:solidFill>
            <a:schemeClr val="tx1"/>
          </a:solidFill>
          <a:latin typeface="Montserrat Medium" pitchFamily="2" charset="77"/>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bg2">
              <a:lumMod val="50000"/>
            </a:schemeClr>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baseline="0">
          <a:solidFill>
            <a:schemeClr val="bg2">
              <a:lumMod val="50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baseline="0">
          <a:solidFill>
            <a:schemeClr val="bg2">
              <a:lumMod val="50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baseline="0">
          <a:solidFill>
            <a:schemeClr val="bg2">
              <a:lumMod val="50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baseline="0">
          <a:solidFill>
            <a:schemeClr val="bg2">
              <a:lumMod val="50000"/>
            </a:schemeClr>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8.jpeg"/><Relationship Id="rId3" Type="http://schemas.openxmlformats.org/officeDocument/2006/relationships/image" Target="../media/image29.emf"/><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3085104" y="4615164"/>
            <a:ext cx="2973792" cy="365125"/>
          </a:xfrm>
        </p:spPr>
        <p:txBody>
          <a:bodyPr/>
          <a:lstStyle/>
          <a:p>
            <a:r>
              <a:rPr lang="es-ES" dirty="0" sz="1100"/>
              <a:t>D. Benasco · T. Camargo · J. D. Cárdenas</a:t>
            </a:r>
          </a:p>
        </p:txBody>
      </p:sp>
      <p:sp>
        <p:nvSpPr>
          <p:cNvPr id="3" name="Subtítulo 2"/>
          <p:cNvSpPr>
            <a:spLocks noGrp="1"/>
          </p:cNvSpPr>
          <p:nvPr>
            <p:ph type="subTitle" idx="11"/>
          </p:nvPr>
        </p:nvSpPr>
        <p:spPr>
          <a:xfrm>
            <a:off x="2178205" y="3760493"/>
            <a:ext cx="4876800" cy="554326"/>
          </a:xfrm>
        </p:spPr>
        <p:txBody>
          <a:bodyPr>
            <a:normAutofit fontScale="85000" lnSpcReduction="20000"/>
          </a:bodyPr>
          <a:lstStyle/>
          <a:p>
            <a:r>
              <a:rPr lang="es-ES" dirty="0" err="1" sz="1400"/>
              <a:t>Algoritmo PC, independencia condicional e híbridos</a:t>
            </a:r>
          </a:p>
        </p:txBody>
      </p:sp>
      <p:sp>
        <p:nvSpPr>
          <p:cNvPr id="4" name="Marcador de texto 3"/>
          <p:cNvSpPr>
            <a:spLocks noGrp="1"/>
          </p:cNvSpPr>
          <p:nvPr>
            <p:ph type="body" sz="quarter" idx="12"/>
          </p:nvPr>
        </p:nvSpPr>
        <p:spPr>
          <a:xfrm>
            <a:off x="2322974" y="2312234"/>
            <a:ext cx="4863461" cy="1240264"/>
          </a:xfrm>
        </p:spPr>
        <p:txBody>
          <a:bodyPr>
            <a:noAutofit/>
          </a:bodyPr>
          <a:lstStyle/>
          <a:p>
            <a:pPr>
              <a:lnSpc>
                <a:spcPct val="110000"/>
              </a:lnSpc>
            </a:pPr>
            <a:r>
              <a:rPr lang="es-ES" sz="3000" dirty="0" err="1"/>
              <a:t>Aprendizaje basado en restricciones</a:t>
            </a:r>
            <a:endParaRPr lang="es-ES" sz="4000" dirty="0"/>
          </a:p>
        </p:txBody>
      </p:sp>
    </p:spTree>
    <p:extLst>
      <p:ext uri="{BB962C8B-B14F-4D97-AF65-F5344CB8AC3E}">
        <p14:creationId xmlns:p14="http://schemas.microsoft.com/office/powerpoint/2010/main" val="245357363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Estructura de la presentación</a:t>
            </a:r>
          </a:p>
        </p:txBody>
      </p:sp>
      <p:sp>
        <p:nvSpPr>
          <p:cNvPr id="7" name="Text Placeholder 6"/>
          <p:cNvSpPr>
            <a:spLocks noGrp="1"/>
          </p:cNvSpPr>
          <p:nvPr>
            <p:ph type="body" idx="35" sz="quarter"/>
          </p:nvPr>
        </p:nvSpPr>
        <p:spPr>
          <a:xfrm>
            <a:off x="548640" y="1005840"/>
            <a:ext cx="8046720" cy="566928"/>
          </a:xfrm>
        </p:spPr>
        <p:txBody>
          <a:bodyPr/>
          <a:lstStyle/>
          <a:p>
            <a:r>
              <a:rPr sz="2800"/>
              <a:t>Contenido</a:t>
            </a:r>
          </a:p>
        </p:txBody>
      </p:sp>
      <p:sp>
        <p:nvSpPr>
          <p:cNvPr id="8" name="agenda-num-01"/>
          <p:cNvSpPr txBox="1"/>
          <p:nvPr/>
        </p:nvSpPr>
        <p:spPr>
          <a:xfrm>
            <a:off x="548640" y="2148840"/>
            <a:ext cx="914400" cy="731520"/>
          </a:xfrm>
          <a:prstGeom prst="rect">
            <a:avLst/>
          </a:prstGeom>
          <a:noFill/>
        </p:spPr>
        <p:txBody>
          <a:bodyPr wrap="square" anchor="t" lIns="0" rIns="0" tIns="0" bIns="0">
            <a:spAutoFit/>
          </a:bodyPr>
          <a:lstStyle/>
          <a:p>
            <a:pPr algn="l">
              <a:spcAft>
                <a:spcPts val="600"/>
              </a:spcAft>
            </a:pPr>
            <a:r>
              <a:rPr sz="3400" b="1" i="0">
                <a:solidFill>
                  <a:srgbClr val="2899F9"/>
                </a:solidFill>
                <a:latin typeface="Montserrat"/>
              </a:rPr>
              <a:t>01.</a:t>
            </a:r>
          </a:p>
        </p:txBody>
      </p:sp>
      <p:sp>
        <p:nvSpPr>
          <p:cNvPr id="9" name="agenda-head-01"/>
          <p:cNvSpPr txBox="1"/>
          <p:nvPr/>
        </p:nvSpPr>
        <p:spPr>
          <a:xfrm>
            <a:off x="1554480" y="2221992"/>
            <a:ext cx="4206240" cy="365760"/>
          </a:xfrm>
          <a:prstGeom prst="rect">
            <a:avLst/>
          </a:prstGeom>
          <a:noFill/>
        </p:spPr>
        <p:txBody>
          <a:bodyPr wrap="square" anchor="t" lIns="0" rIns="0" tIns="0" bIns="0">
            <a:spAutoFit/>
          </a:bodyPr>
          <a:lstStyle/>
          <a:p>
            <a:pPr algn="l">
              <a:spcAft>
                <a:spcPts val="600"/>
              </a:spcAft>
            </a:pPr>
            <a:r>
              <a:rPr sz="1500" b="1" i="0">
                <a:solidFill>
                  <a:srgbClr val="464747"/>
                </a:solidFill>
                <a:latin typeface="Montserrat"/>
              </a:rPr>
              <a:t>INTRODUCCIÓN</a:t>
            </a:r>
          </a:p>
        </p:txBody>
      </p:sp>
      <p:sp>
        <p:nvSpPr>
          <p:cNvPr id="10" name="agenda-desc-01"/>
          <p:cNvSpPr txBox="1"/>
          <p:nvPr/>
        </p:nvSpPr>
        <p:spPr>
          <a:xfrm>
            <a:off x="1554480" y="2560320"/>
            <a:ext cx="4206240" cy="457200"/>
          </a:xfrm>
          <a:prstGeom prst="rect">
            <a:avLst/>
          </a:prstGeom>
          <a:noFill/>
        </p:spPr>
        <p:txBody>
          <a:bodyPr wrap="square" anchor="t" lIns="0" rIns="0" tIns="0" bIns="0">
            <a:spAutoFit/>
          </a:bodyPr>
          <a:lstStyle/>
          <a:p>
            <a:pPr algn="l">
              <a:spcAft>
                <a:spcPts val="600"/>
              </a:spcAft>
            </a:pPr>
            <a:r>
              <a:rPr sz="1200" b="0" i="0">
                <a:solidFill>
                  <a:srgbClr val="7F7F7F"/>
                </a:solidFill>
                <a:latin typeface="Montserrat"/>
              </a:rPr>
              <a:t>Redes bayesianas y aprendizaje de su estructura</a:t>
            </a:r>
          </a:p>
        </p:txBody>
      </p:sp>
      <p:sp>
        <p:nvSpPr>
          <p:cNvPr id="11" name="agenda-num-02"/>
          <p:cNvSpPr txBox="1"/>
          <p:nvPr/>
        </p:nvSpPr>
        <p:spPr>
          <a:xfrm>
            <a:off x="548640" y="3172968"/>
            <a:ext cx="914400" cy="731520"/>
          </a:xfrm>
          <a:prstGeom prst="rect">
            <a:avLst/>
          </a:prstGeom>
          <a:noFill/>
        </p:spPr>
        <p:txBody>
          <a:bodyPr wrap="square" anchor="t" lIns="0" rIns="0" tIns="0" bIns="0">
            <a:spAutoFit/>
          </a:bodyPr>
          <a:lstStyle/>
          <a:p>
            <a:pPr algn="l">
              <a:spcAft>
                <a:spcPts val="600"/>
              </a:spcAft>
            </a:pPr>
            <a:r>
              <a:rPr sz="3400" b="1" i="0">
                <a:solidFill>
                  <a:srgbClr val="2899F9"/>
                </a:solidFill>
                <a:latin typeface="Montserrat"/>
              </a:rPr>
              <a:t>02.</a:t>
            </a:r>
          </a:p>
        </p:txBody>
      </p:sp>
      <p:sp>
        <p:nvSpPr>
          <p:cNvPr id="12" name="agenda-head-02"/>
          <p:cNvSpPr txBox="1"/>
          <p:nvPr/>
        </p:nvSpPr>
        <p:spPr>
          <a:xfrm>
            <a:off x="1554480" y="3246120"/>
            <a:ext cx="4206240" cy="365760"/>
          </a:xfrm>
          <a:prstGeom prst="rect">
            <a:avLst/>
          </a:prstGeom>
          <a:noFill/>
        </p:spPr>
        <p:txBody>
          <a:bodyPr wrap="square" anchor="t" lIns="0" rIns="0" tIns="0" bIns="0">
            <a:spAutoFit/>
          </a:bodyPr>
          <a:lstStyle/>
          <a:p>
            <a:pPr algn="l">
              <a:spcAft>
                <a:spcPts val="600"/>
              </a:spcAft>
            </a:pPr>
            <a:r>
              <a:rPr sz="1500" b="1" i="0">
                <a:solidFill>
                  <a:srgbClr val="464747"/>
                </a:solidFill>
                <a:latin typeface="Montserrat"/>
              </a:rPr>
              <a:t>EL ALGORITMO PC</a:t>
            </a:r>
          </a:p>
        </p:txBody>
      </p:sp>
      <p:sp>
        <p:nvSpPr>
          <p:cNvPr id="13" name="agenda-desc-02"/>
          <p:cNvSpPr txBox="1"/>
          <p:nvPr/>
        </p:nvSpPr>
        <p:spPr>
          <a:xfrm>
            <a:off x="1554480" y="3584448"/>
            <a:ext cx="4206240" cy="457200"/>
          </a:xfrm>
          <a:prstGeom prst="rect">
            <a:avLst/>
          </a:prstGeom>
          <a:noFill/>
        </p:spPr>
        <p:txBody>
          <a:bodyPr wrap="square" anchor="t" lIns="0" rIns="0" tIns="0" bIns="0">
            <a:spAutoFit/>
          </a:bodyPr>
          <a:lstStyle/>
          <a:p>
            <a:pPr algn="l">
              <a:spcAft>
                <a:spcPts val="600"/>
              </a:spcAft>
            </a:pPr>
            <a:r>
              <a:rPr sz="1200" b="0" i="0">
                <a:solidFill>
                  <a:srgbClr val="7F7F7F"/>
                </a:solidFill>
                <a:latin typeface="Montserrat"/>
              </a:rPr>
              <a:t>Fundamentos, cinco limitaciones y sus variantes</a:t>
            </a:r>
          </a:p>
        </p:txBody>
      </p:sp>
      <p:sp>
        <p:nvSpPr>
          <p:cNvPr id="14" name="agenda-num-03"/>
          <p:cNvSpPr txBox="1"/>
          <p:nvPr/>
        </p:nvSpPr>
        <p:spPr>
          <a:xfrm>
            <a:off x="548640" y="4197096"/>
            <a:ext cx="914400" cy="731520"/>
          </a:xfrm>
          <a:prstGeom prst="rect">
            <a:avLst/>
          </a:prstGeom>
          <a:noFill/>
        </p:spPr>
        <p:txBody>
          <a:bodyPr wrap="square" anchor="t" lIns="0" rIns="0" tIns="0" bIns="0">
            <a:spAutoFit/>
          </a:bodyPr>
          <a:lstStyle/>
          <a:p>
            <a:pPr algn="l">
              <a:spcAft>
                <a:spcPts val="600"/>
              </a:spcAft>
            </a:pPr>
            <a:r>
              <a:rPr sz="3400" b="1" i="0">
                <a:solidFill>
                  <a:srgbClr val="2899F9"/>
                </a:solidFill>
                <a:latin typeface="Montserrat"/>
              </a:rPr>
              <a:t>03.</a:t>
            </a:r>
          </a:p>
        </p:txBody>
      </p:sp>
      <p:sp>
        <p:nvSpPr>
          <p:cNvPr id="15" name="agenda-head-03"/>
          <p:cNvSpPr txBox="1"/>
          <p:nvPr/>
        </p:nvSpPr>
        <p:spPr>
          <a:xfrm>
            <a:off x="1554480" y="4270248"/>
            <a:ext cx="4206240" cy="365760"/>
          </a:xfrm>
          <a:prstGeom prst="rect">
            <a:avLst/>
          </a:prstGeom>
          <a:noFill/>
        </p:spPr>
        <p:txBody>
          <a:bodyPr wrap="square" anchor="t" lIns="0" rIns="0" tIns="0" bIns="0">
            <a:spAutoFit/>
          </a:bodyPr>
          <a:lstStyle/>
          <a:p>
            <a:pPr algn="l">
              <a:spcAft>
                <a:spcPts val="600"/>
              </a:spcAft>
            </a:pPr>
            <a:r>
              <a:rPr sz="1500" b="1" i="0">
                <a:solidFill>
                  <a:srgbClr val="464747"/>
                </a:solidFill>
                <a:latin typeface="Montserrat"/>
              </a:rPr>
              <a:t>PRUEBAS DE INDEPENDENCIA</a:t>
            </a:r>
          </a:p>
        </p:txBody>
      </p:sp>
      <p:sp>
        <p:nvSpPr>
          <p:cNvPr id="16" name="agenda-desc-03"/>
          <p:cNvSpPr txBox="1"/>
          <p:nvPr/>
        </p:nvSpPr>
        <p:spPr>
          <a:xfrm>
            <a:off x="1554480" y="4608576"/>
            <a:ext cx="4206240" cy="457200"/>
          </a:xfrm>
          <a:prstGeom prst="rect">
            <a:avLst/>
          </a:prstGeom>
          <a:noFill/>
        </p:spPr>
        <p:txBody>
          <a:bodyPr wrap="square" anchor="t" lIns="0" rIns="0" tIns="0" bIns="0">
            <a:spAutoFit/>
          </a:bodyPr>
          <a:lstStyle/>
          <a:p>
            <a:pPr algn="l">
              <a:spcAft>
                <a:spcPts val="600"/>
              </a:spcAft>
            </a:pPr>
            <a:r>
              <a:rPr sz="1200" b="0" i="0">
                <a:solidFill>
                  <a:srgbClr val="7F7F7F"/>
                </a:solidFill>
                <a:latin typeface="Montserrat"/>
              </a:rPr>
              <a:t>El motor estadístico de los métodos basados en restricciones</a:t>
            </a:r>
          </a:p>
        </p:txBody>
      </p:sp>
      <p:sp>
        <p:nvSpPr>
          <p:cNvPr id="17" name="agenda-num-04"/>
          <p:cNvSpPr txBox="1"/>
          <p:nvPr/>
        </p:nvSpPr>
        <p:spPr>
          <a:xfrm>
            <a:off x="548640" y="5221224"/>
            <a:ext cx="914400" cy="731520"/>
          </a:xfrm>
          <a:prstGeom prst="rect">
            <a:avLst/>
          </a:prstGeom>
          <a:noFill/>
        </p:spPr>
        <p:txBody>
          <a:bodyPr wrap="square" anchor="t" lIns="0" rIns="0" tIns="0" bIns="0">
            <a:spAutoFit/>
          </a:bodyPr>
          <a:lstStyle/>
          <a:p>
            <a:pPr algn="l">
              <a:spcAft>
                <a:spcPts val="600"/>
              </a:spcAft>
            </a:pPr>
            <a:r>
              <a:rPr sz="3400" b="1" i="0">
                <a:solidFill>
                  <a:srgbClr val="2899F9"/>
                </a:solidFill>
                <a:latin typeface="Montserrat"/>
              </a:rPr>
              <a:t>04.</a:t>
            </a:r>
          </a:p>
        </p:txBody>
      </p:sp>
      <p:sp>
        <p:nvSpPr>
          <p:cNvPr id="18" name="agenda-head-04"/>
          <p:cNvSpPr txBox="1"/>
          <p:nvPr/>
        </p:nvSpPr>
        <p:spPr>
          <a:xfrm>
            <a:off x="1554480" y="5294376"/>
            <a:ext cx="4206240" cy="365760"/>
          </a:xfrm>
          <a:prstGeom prst="rect">
            <a:avLst/>
          </a:prstGeom>
          <a:noFill/>
        </p:spPr>
        <p:txBody>
          <a:bodyPr wrap="square" anchor="t" lIns="0" rIns="0" tIns="0" bIns="0">
            <a:spAutoFit/>
          </a:bodyPr>
          <a:lstStyle/>
          <a:p>
            <a:pPr algn="l">
              <a:spcAft>
                <a:spcPts val="600"/>
              </a:spcAft>
            </a:pPr>
            <a:r>
              <a:rPr sz="1500" b="1" i="0">
                <a:solidFill>
                  <a:srgbClr val="464747"/>
                </a:solidFill>
                <a:latin typeface="Montserrat"/>
              </a:rPr>
              <a:t>ENFOQUES HÍBRIDOS</a:t>
            </a:r>
          </a:p>
        </p:txBody>
      </p:sp>
      <p:sp>
        <p:nvSpPr>
          <p:cNvPr id="19" name="agenda-desc-04"/>
          <p:cNvSpPr txBox="1"/>
          <p:nvPr/>
        </p:nvSpPr>
        <p:spPr>
          <a:xfrm>
            <a:off x="1554480" y="5632704"/>
            <a:ext cx="4206240" cy="457200"/>
          </a:xfrm>
          <a:prstGeom prst="rect">
            <a:avLst/>
          </a:prstGeom>
          <a:noFill/>
        </p:spPr>
        <p:txBody>
          <a:bodyPr wrap="square" anchor="t" lIns="0" rIns="0" tIns="0" bIns="0">
            <a:spAutoFit/>
          </a:bodyPr>
          <a:lstStyle/>
          <a:p>
            <a:pPr algn="l">
              <a:spcAft>
                <a:spcPts val="600"/>
              </a:spcAft>
            </a:pPr>
            <a:r>
              <a:rPr sz="1200" b="0" i="0">
                <a:solidFill>
                  <a:srgbClr val="7F7F7F"/>
                </a:solidFill>
                <a:latin typeface="Montserrat"/>
              </a:rPr>
              <a:t>Restricciones y puntuación combinadas</a:t>
            </a:r>
          </a:p>
        </p:txBody>
      </p:sp>
      <p:sp>
        <p:nvSpPr>
          <p:cNvPr id="20" name="agenda-panel"/>
          <p:cNvSpPr/>
          <p:nvPr/>
        </p:nvSpPr>
        <p:spPr>
          <a:xfrm>
            <a:off x="6035040" y="2148840"/>
            <a:ext cx="2560320" cy="388620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 name="Connector 20"/>
          <p:cNvCxnSpPr/>
          <p:nvPr/>
        </p:nvCxnSpPr>
        <p:spPr>
          <a:xfrm>
            <a:off x="6834742" y="3053683"/>
            <a:ext cx="358118" cy="688688"/>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437539" y="3053683"/>
            <a:ext cx="358118" cy="688688"/>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315200" y="4224527"/>
            <a:ext cx="0" cy="630937"/>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agenda-A"/>
          <p:cNvSpPr/>
          <p:nvPr/>
        </p:nvSpPr>
        <p:spPr>
          <a:xfrm>
            <a:off x="6473952" y="2587752"/>
            <a:ext cx="493776" cy="49377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A</a:t>
            </a:r>
          </a:p>
        </p:txBody>
      </p:sp>
      <p:sp>
        <p:nvSpPr>
          <p:cNvPr id="25" name="agenda-B"/>
          <p:cNvSpPr/>
          <p:nvPr/>
        </p:nvSpPr>
        <p:spPr>
          <a:xfrm>
            <a:off x="7662672" y="2587752"/>
            <a:ext cx="493776" cy="49377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B</a:t>
            </a:r>
          </a:p>
        </p:txBody>
      </p:sp>
      <p:sp>
        <p:nvSpPr>
          <p:cNvPr id="26" name="agenda-C"/>
          <p:cNvSpPr/>
          <p:nvPr/>
        </p:nvSpPr>
        <p:spPr>
          <a:xfrm>
            <a:off x="7068312" y="3730752"/>
            <a:ext cx="493776" cy="49377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C</a:t>
            </a:r>
          </a:p>
        </p:txBody>
      </p:sp>
      <p:sp>
        <p:nvSpPr>
          <p:cNvPr id="27" name="agenda-D"/>
          <p:cNvSpPr/>
          <p:nvPr/>
        </p:nvSpPr>
        <p:spPr>
          <a:xfrm>
            <a:off x="7068312" y="4873752"/>
            <a:ext cx="493776" cy="49377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1"/>
          </p:nvPr>
        </p:nvSpPr>
        <p:spPr/>
        <p:txBody>
          <a:bodyPr/>
          <a:lstStyle/>
          <a:p>
            <a:r>
              <a:rPr sz="1400"/>
              <a:t>Redes bayesianas y aprendizaje de su estructura</a:t>
            </a:r>
          </a:p>
        </p:txBody>
      </p:sp>
      <p:sp>
        <p:nvSpPr>
          <p:cNvPr id="3" name="Text Placeholder 2"/>
          <p:cNvSpPr>
            <a:spLocks noGrp="1"/>
          </p:cNvSpPr>
          <p:nvPr>
            <p:ph type="body" idx="12" sz="quarter"/>
          </p:nvPr>
        </p:nvSpPr>
        <p:spPr/>
        <p:txBody>
          <a:bodyPr/>
          <a:lstStyle/>
          <a:p>
            <a:r>
              <a:rPr sz="2800"/>
              <a:t>01. Introducción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Un grafo de influencias más un conjunto de probabilidades</a:t>
            </a:r>
          </a:p>
        </p:txBody>
      </p:sp>
      <p:sp>
        <p:nvSpPr>
          <p:cNvPr id="7" name="Text Placeholder 6"/>
          <p:cNvSpPr>
            <a:spLocks noGrp="1"/>
          </p:cNvSpPr>
          <p:nvPr>
            <p:ph type="body" idx="35" sz="quarter"/>
          </p:nvPr>
        </p:nvSpPr>
        <p:spPr>
          <a:xfrm>
            <a:off x="548640" y="1005840"/>
            <a:ext cx="8046720" cy="566928"/>
          </a:xfrm>
        </p:spPr>
        <p:txBody>
          <a:bodyPr/>
          <a:lstStyle/>
          <a:p>
            <a:r>
              <a:rPr sz="2800"/>
              <a:t>¿Qué es una red bayesiana?</a:t>
            </a:r>
          </a:p>
        </p:txBody>
      </p:sp>
      <p:sp>
        <p:nvSpPr>
          <p:cNvPr id="8" name="TextBox 7"/>
          <p:cNvSpPr txBox="1"/>
          <p:nvPr/>
        </p:nvSpPr>
        <p:spPr>
          <a:xfrm>
            <a:off x="548640" y="2194560"/>
            <a:ext cx="3931920" cy="3291840"/>
          </a:xfrm>
          <a:prstGeom prst="rect">
            <a:avLst/>
          </a:prstGeom>
          <a:noFill/>
        </p:spPr>
        <p:txBody>
          <a:bodyPr wrap="square" anchor="t" lIns="0" rIns="0" tIns="0" bIns="0">
            <a:spAutoFit/>
          </a:bodyPr>
          <a:lstStyle/>
          <a:p>
            <a:pPr algn="l" marL="182880" indent="-182880">
              <a:spcAft>
                <a:spcPts val="1000"/>
              </a:spcAft>
              <a:buFont typeface="Arial"/>
              <a:buChar char="•"/>
            </a:pPr>
            <a:r>
              <a:rPr sz="1300" b="1" i="0">
                <a:solidFill>
                  <a:srgbClr val="08447C"/>
                </a:solidFill>
                <a:latin typeface="Montserrat"/>
              </a:rPr>
              <a:t>Nodos</a:t>
            </a:r>
            <a:r>
              <a:rPr sz="1300" b="0" i="0">
                <a:solidFill>
                  <a:srgbClr val="464747"/>
                </a:solidFill>
                <a:latin typeface="Montserrat"/>
              </a:rPr>
              <a:t> = variables aleatorias</a:t>
            </a:r>
          </a:p>
          <a:p>
            <a:pPr algn="l" marL="182880" indent="-182880">
              <a:spcAft>
                <a:spcPts val="1000"/>
              </a:spcAft>
              <a:buFont typeface="Arial"/>
              <a:buChar char="•"/>
            </a:pPr>
            <a:r>
              <a:rPr sz="1300" b="1" i="0">
                <a:solidFill>
                  <a:srgbClr val="08447C"/>
                </a:solidFill>
                <a:latin typeface="Montserrat"/>
              </a:rPr>
              <a:t>Flechas</a:t>
            </a:r>
            <a:r>
              <a:rPr sz="1300" b="0" i="0">
                <a:solidFill>
                  <a:srgbClr val="464747"/>
                </a:solidFill>
                <a:latin typeface="Montserrat"/>
              </a:rPr>
              <a:t> = influencia directa; el grafo no tiene ciclos (DAG)</a:t>
            </a:r>
          </a:p>
          <a:p>
            <a:pPr algn="l" marL="182880" indent="-182880">
              <a:spcAft>
                <a:spcPts val="1000"/>
              </a:spcAft>
              <a:buFont typeface="Arial"/>
              <a:buChar char="•"/>
            </a:pPr>
            <a:r>
              <a:rPr sz="1300" b="1" i="0">
                <a:solidFill>
                  <a:srgbClr val="08447C"/>
                </a:solidFill>
                <a:latin typeface="Montserrat"/>
              </a:rPr>
              <a:t>Parámetros</a:t>
            </a:r>
            <a:r>
              <a:rPr sz="1300" b="0" i="0">
                <a:solidFill>
                  <a:srgbClr val="464747"/>
                </a:solidFill>
                <a:latin typeface="Montserrat"/>
              </a:rPr>
              <a:t>: cada variable tiene una probabilidad condicionada a sus padres</a:t>
            </a:r>
          </a:p>
          <a:p>
            <a:pPr algn="l" marL="182880" indent="-182880">
              <a:spcAft>
                <a:spcPts val="1000"/>
              </a:spcAft>
              <a:buFont typeface="Arial"/>
              <a:buChar char="•"/>
            </a:pPr>
            <a:r>
              <a:rPr sz="1300" b="1" i="0">
                <a:solidFill>
                  <a:srgbClr val="08447C"/>
                </a:solidFill>
                <a:latin typeface="Montserrat"/>
              </a:rPr>
              <a:t>Problema</a:t>
            </a:r>
            <a:r>
              <a:rPr sz="1300" b="0" i="0">
                <a:solidFill>
                  <a:srgbClr val="464747"/>
                </a:solidFill>
                <a:latin typeface="Montserrat"/>
              </a:rPr>
              <a:t>: en sistemas grandes nadie conoce el grafo, así que queremos </a:t>
            </a:r>
            <a:r>
              <a:rPr sz="1300" b="1" i="0">
                <a:solidFill>
                  <a:srgbClr val="464747"/>
                </a:solidFill>
                <a:latin typeface="Montserrat"/>
              </a:rPr>
              <a:t>aprenderlo de los datos</a:t>
            </a:r>
          </a:p>
        </p:txBody>
      </p:sp>
      <p:sp>
        <p:nvSpPr>
          <p:cNvPr id="9" name="bn-panel"/>
          <p:cNvSpPr/>
          <p:nvPr/>
        </p:nvSpPr>
        <p:spPr>
          <a:xfrm>
            <a:off x="4846320" y="2148840"/>
            <a:ext cx="3749039" cy="301752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H="1">
            <a:off x="5999494" y="2877602"/>
            <a:ext cx="449783" cy="449783"/>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92402" y="2877602"/>
            <a:ext cx="449783" cy="449783"/>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986562" y="3883442"/>
            <a:ext cx="449783" cy="449783"/>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005334" y="3883442"/>
            <a:ext cx="449783" cy="449783"/>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bn-N"/>
          <p:cNvSpPr/>
          <p:nvPr/>
        </p:nvSpPr>
        <p:spPr>
          <a:xfrm>
            <a:off x="6336792" y="2221992"/>
            <a:ext cx="768096" cy="76809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Nublado</a:t>
            </a:r>
          </a:p>
        </p:txBody>
      </p:sp>
      <p:sp>
        <p:nvSpPr>
          <p:cNvPr id="15" name="bn-A"/>
          <p:cNvSpPr/>
          <p:nvPr/>
        </p:nvSpPr>
        <p:spPr>
          <a:xfrm>
            <a:off x="5330952" y="3227832"/>
            <a:ext cx="768096" cy="76809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Aspersor</a:t>
            </a:r>
          </a:p>
        </p:txBody>
      </p:sp>
      <p:sp>
        <p:nvSpPr>
          <p:cNvPr id="16" name="bn-L"/>
          <p:cNvSpPr/>
          <p:nvPr/>
        </p:nvSpPr>
        <p:spPr>
          <a:xfrm>
            <a:off x="7342631" y="3227832"/>
            <a:ext cx="768096" cy="76809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Lluvia</a:t>
            </a:r>
          </a:p>
        </p:txBody>
      </p:sp>
      <p:sp>
        <p:nvSpPr>
          <p:cNvPr id="17" name="bn-C"/>
          <p:cNvSpPr/>
          <p:nvPr/>
        </p:nvSpPr>
        <p:spPr>
          <a:xfrm>
            <a:off x="6336792" y="4233672"/>
            <a:ext cx="768096" cy="76809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Césped</a:t>
            </a:r>
          </a:p>
        </p:txBody>
      </p:sp>
      <p:sp>
        <p:nvSpPr>
          <p:cNvPr id="18" name="bn-formula"/>
          <p:cNvSpPr/>
          <p:nvPr/>
        </p:nvSpPr>
        <p:spPr>
          <a:xfrm>
            <a:off x="4846320" y="5349240"/>
            <a:ext cx="3749039" cy="68580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100" b="1" i="0">
                <a:solidFill>
                  <a:srgbClr val="FFFFFF"/>
                </a:solidFill>
                <a:latin typeface="Montserrat"/>
              </a:rPr>
              <a:t>P(N, A, L, C) = P(N) · P(A | N) · P(L | N) · P(C | A, 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Tres familias de métodos en la literatura</a:t>
            </a:r>
          </a:p>
        </p:txBody>
      </p:sp>
      <p:sp>
        <p:nvSpPr>
          <p:cNvPr id="7" name="Text Placeholder 6"/>
          <p:cNvSpPr>
            <a:spLocks noGrp="1"/>
          </p:cNvSpPr>
          <p:nvPr>
            <p:ph type="body" idx="35" sz="quarter"/>
          </p:nvPr>
        </p:nvSpPr>
        <p:spPr>
          <a:xfrm>
            <a:off x="548640" y="1005840"/>
            <a:ext cx="8046720" cy="566928"/>
          </a:xfrm>
        </p:spPr>
        <p:txBody>
          <a:bodyPr/>
          <a:lstStyle/>
          <a:p>
            <a:r>
              <a:rPr sz="2800"/>
              <a:t>Aprender la estructura</a:t>
            </a:r>
          </a:p>
        </p:txBody>
      </p:sp>
      <p:sp>
        <p:nvSpPr>
          <p:cNvPr id="8" name="family-card-0"/>
          <p:cNvSpPr/>
          <p:nvPr/>
        </p:nvSpPr>
        <p:spPr>
          <a:xfrm>
            <a:off x="548640" y="2240280"/>
            <a:ext cx="2514600" cy="3337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23160"/>
            <a:ext cx="2148840" cy="64008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PUNTUACIÓN Y BÚSQUEDA</a:t>
            </a:r>
          </a:p>
        </p:txBody>
      </p:sp>
      <p:sp>
        <p:nvSpPr>
          <p:cNvPr id="10" name="TextBox 9"/>
          <p:cNvSpPr txBox="1"/>
          <p:nvPr/>
        </p:nvSpPr>
        <p:spPr>
          <a:xfrm>
            <a:off x="731520" y="3154680"/>
            <a:ext cx="2148840" cy="1371600"/>
          </a:xfrm>
          <a:prstGeom prst="rect">
            <a:avLst/>
          </a:prstGeom>
          <a:noFill/>
        </p:spPr>
        <p:txBody>
          <a:bodyPr wrap="square" anchor="t" lIns="0" rIns="0" tIns="0" bIns="0">
            <a:spAutoFit/>
          </a:bodyPr>
          <a:lstStyle/>
          <a:p>
            <a:pPr algn="l">
              <a:spcAft>
                <a:spcPts val="600"/>
              </a:spcAft>
            </a:pPr>
            <a:r>
              <a:rPr sz="1200" b="0" i="0">
                <a:solidFill>
                  <a:srgbClr val="464747"/>
                </a:solidFill>
                <a:latin typeface="Montserrat"/>
              </a:rPr>
              <a:t>Evalúa grafos completos con una puntuación (p. ej. BIC) y busca el mejor.</a:t>
            </a:r>
          </a:p>
        </p:txBody>
      </p:sp>
      <p:sp>
        <p:nvSpPr>
          <p:cNvPr id="11" name="TextBox 10"/>
          <p:cNvSpPr txBox="1"/>
          <p:nvPr/>
        </p:nvSpPr>
        <p:spPr>
          <a:xfrm>
            <a:off x="731520" y="4572000"/>
            <a:ext cx="2148840" cy="822960"/>
          </a:xfrm>
          <a:prstGeom prst="rect">
            <a:avLst/>
          </a:prstGeom>
          <a:noFill/>
        </p:spPr>
        <p:txBody>
          <a:bodyPr wrap="square" anchor="t" lIns="0" rIns="0" tIns="0" bIns="0">
            <a:spAutoFit/>
          </a:bodyPr>
          <a:lstStyle/>
          <a:p>
            <a:pPr algn="l">
              <a:spcAft>
                <a:spcPts val="600"/>
              </a:spcAft>
            </a:pPr>
            <a:r>
              <a:rPr sz="1100" b="0" i="1">
                <a:solidFill>
                  <a:srgbClr val="7F7F7F"/>
                </a:solidFill>
                <a:latin typeface="Montserrat"/>
              </a:rPr>
              <a:t>Como probarse ropa hasta encontrar la que mejor queda</a:t>
            </a:r>
          </a:p>
        </p:txBody>
      </p:sp>
      <p:sp>
        <p:nvSpPr>
          <p:cNvPr id="12" name="family-card-1"/>
          <p:cNvSpPr/>
          <p:nvPr/>
        </p:nvSpPr>
        <p:spPr>
          <a:xfrm>
            <a:off x="3291840" y="2240280"/>
            <a:ext cx="2514600" cy="333756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74720" y="2423160"/>
            <a:ext cx="2148840" cy="64008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BASADOS EN RESTRICCIONES</a:t>
            </a:r>
          </a:p>
        </p:txBody>
      </p:sp>
      <p:sp>
        <p:nvSpPr>
          <p:cNvPr id="14" name="TextBox 13"/>
          <p:cNvSpPr txBox="1"/>
          <p:nvPr/>
        </p:nvSpPr>
        <p:spPr>
          <a:xfrm>
            <a:off x="3474720" y="3154680"/>
            <a:ext cx="2148840" cy="137160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Pruebas locales de independencia condicional; cada decisión es rastreable.</a:t>
            </a:r>
          </a:p>
        </p:txBody>
      </p:sp>
      <p:sp>
        <p:nvSpPr>
          <p:cNvPr id="15" name="TextBox 14"/>
          <p:cNvSpPr txBox="1"/>
          <p:nvPr/>
        </p:nvSpPr>
        <p:spPr>
          <a:xfrm>
            <a:off x="3474720" y="4572000"/>
            <a:ext cx="2148840" cy="822960"/>
          </a:xfrm>
          <a:prstGeom prst="rect">
            <a:avLst/>
          </a:prstGeom>
          <a:noFill/>
        </p:spPr>
        <p:txBody>
          <a:bodyPr wrap="square" anchor="t" lIns="0" rIns="0" tIns="0" bIns="0">
            <a:spAutoFit/>
          </a:bodyPr>
          <a:lstStyle/>
          <a:p>
            <a:pPr algn="l">
              <a:spcAft>
                <a:spcPts val="600"/>
              </a:spcAft>
            </a:pPr>
            <a:r>
              <a:rPr sz="1100" b="0" i="1">
                <a:solidFill>
                  <a:srgbClr val="FFFFFF"/>
                </a:solidFill>
                <a:latin typeface="Montserrat"/>
              </a:rPr>
              <a:t>Como un detective que descarta sospechosos con pistas</a:t>
            </a:r>
          </a:p>
        </p:txBody>
      </p:sp>
      <p:sp>
        <p:nvSpPr>
          <p:cNvPr id="16" name="family-card-2"/>
          <p:cNvSpPr/>
          <p:nvPr/>
        </p:nvSpPr>
        <p:spPr>
          <a:xfrm>
            <a:off x="6035040" y="2240280"/>
            <a:ext cx="2514600" cy="333756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17920" y="2423160"/>
            <a:ext cx="2148840" cy="64008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HÍBRIDOS</a:t>
            </a:r>
          </a:p>
        </p:txBody>
      </p:sp>
      <p:sp>
        <p:nvSpPr>
          <p:cNvPr id="18" name="TextBox 17"/>
          <p:cNvSpPr txBox="1"/>
          <p:nvPr/>
        </p:nvSpPr>
        <p:spPr>
          <a:xfrm>
            <a:off x="6217920" y="3154680"/>
            <a:ext cx="2148840" cy="137160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Las restricciones reducen el espacio y una puntuación refina el grafo (p. ej. MMHC).</a:t>
            </a:r>
          </a:p>
        </p:txBody>
      </p:sp>
      <p:sp>
        <p:nvSpPr>
          <p:cNvPr id="19" name="TextBox 18"/>
          <p:cNvSpPr txBox="1"/>
          <p:nvPr/>
        </p:nvSpPr>
        <p:spPr>
          <a:xfrm>
            <a:off x="6217920" y="4572000"/>
            <a:ext cx="2148840" cy="822960"/>
          </a:xfrm>
          <a:prstGeom prst="rect">
            <a:avLst/>
          </a:prstGeom>
          <a:noFill/>
        </p:spPr>
        <p:txBody>
          <a:bodyPr wrap="square" anchor="t" lIns="0" rIns="0" tIns="0" bIns="0">
            <a:spAutoFit/>
          </a:bodyPr>
          <a:lstStyle/>
          <a:p>
            <a:pPr algn="l">
              <a:spcAft>
                <a:spcPts val="600"/>
              </a:spcAft>
            </a:pPr>
            <a:r>
              <a:rPr sz="1100" b="0" i="1">
                <a:solidFill>
                  <a:srgbClr val="FFFFFF"/>
                </a:solidFill>
                <a:latin typeface="Montserrat"/>
              </a:rPr>
              <a:t>El detective hace la lista corta; el jurado decide</a:t>
            </a:r>
          </a:p>
        </p:txBody>
      </p:sp>
      <p:sp>
        <p:nvSpPr>
          <p:cNvPr id="20" name="family-focus"/>
          <p:cNvSpPr/>
          <p:nvPr/>
        </p:nvSpPr>
        <p:spPr>
          <a:xfrm>
            <a:off x="3291840" y="5715000"/>
            <a:ext cx="5257800" cy="384048"/>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200" b="1" i="0">
                <a:solidFill>
                  <a:srgbClr val="FFFFFF"/>
                </a:solidFill>
                <a:latin typeface="Montserrat"/>
              </a:rPr>
              <a:t>Tema del trabajo: de las restricciones a los híbridos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¿X e Y son independientes si ya conozco Z?</a:t>
            </a:r>
          </a:p>
        </p:txBody>
      </p:sp>
      <p:sp>
        <p:nvSpPr>
          <p:cNvPr id="7" name="Text Placeholder 6"/>
          <p:cNvSpPr>
            <a:spLocks noGrp="1"/>
          </p:cNvSpPr>
          <p:nvPr>
            <p:ph type="body" idx="35" sz="quarter"/>
          </p:nvPr>
        </p:nvSpPr>
        <p:spPr>
          <a:xfrm>
            <a:off x="548640" y="1005840"/>
            <a:ext cx="8046720" cy="566928"/>
          </a:xfrm>
        </p:spPr>
        <p:txBody>
          <a:bodyPr/>
          <a:lstStyle/>
          <a:p>
            <a:r>
              <a:rPr sz="2800"/>
              <a:t>Independencia condicional</a:t>
            </a:r>
          </a:p>
        </p:txBody>
      </p:sp>
      <p:sp>
        <p:nvSpPr>
          <p:cNvPr id="8" name="pattern-card-0"/>
          <p:cNvSpPr/>
          <p:nvPr/>
        </p:nvSpPr>
        <p:spPr>
          <a:xfrm>
            <a:off x="548640" y="2194560"/>
            <a:ext cx="2514600" cy="224028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31720"/>
            <a:ext cx="21488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CADENA</a:t>
            </a:r>
          </a:p>
        </p:txBody>
      </p:sp>
      <p:cxnSp>
        <p:nvCxnSpPr>
          <p:cNvPr id="10" name="Connector 9"/>
          <p:cNvCxnSpPr/>
          <p:nvPr/>
        </p:nvCxnSpPr>
        <p:spPr>
          <a:xfrm>
            <a:off x="1234440" y="3200400"/>
            <a:ext cx="324612"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34540" y="3200400"/>
            <a:ext cx="324612"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pat0-X"/>
          <p:cNvSpPr/>
          <p:nvPr/>
        </p:nvSpPr>
        <p:spPr>
          <a:xfrm>
            <a:off x="777240"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X</a:t>
            </a:r>
          </a:p>
        </p:txBody>
      </p:sp>
      <p:sp>
        <p:nvSpPr>
          <p:cNvPr id="13" name="pat0-Z"/>
          <p:cNvSpPr/>
          <p:nvPr/>
        </p:nvSpPr>
        <p:spPr>
          <a:xfrm>
            <a:off x="1577340"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Z</a:t>
            </a:r>
          </a:p>
        </p:txBody>
      </p:sp>
      <p:sp>
        <p:nvSpPr>
          <p:cNvPr id="14" name="pat0-Y"/>
          <p:cNvSpPr/>
          <p:nvPr/>
        </p:nvSpPr>
        <p:spPr>
          <a:xfrm>
            <a:off x="2377440"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Y</a:t>
            </a:r>
          </a:p>
        </p:txBody>
      </p:sp>
      <p:sp>
        <p:nvSpPr>
          <p:cNvPr id="15" name="TextBox 14"/>
          <p:cNvSpPr txBox="1"/>
          <p:nvPr/>
        </p:nvSpPr>
        <p:spPr>
          <a:xfrm>
            <a:off x="731520" y="3703320"/>
            <a:ext cx="2148840" cy="640080"/>
          </a:xfrm>
          <a:prstGeom prst="rect">
            <a:avLst/>
          </a:prstGeom>
          <a:noFill/>
        </p:spPr>
        <p:txBody>
          <a:bodyPr wrap="square" anchor="t" lIns="0" rIns="0" tIns="0" bIns="0">
            <a:spAutoFit/>
          </a:bodyPr>
          <a:lstStyle/>
          <a:p>
            <a:pPr algn="ctr">
              <a:spcAft>
                <a:spcPts val="600"/>
              </a:spcAft>
            </a:pPr>
            <a:r>
              <a:rPr sz="1200" b="1" i="0">
                <a:solidFill>
                  <a:srgbClr val="464747"/>
                </a:solidFill>
                <a:latin typeface="Montserrat"/>
              </a:rPr>
              <a:t>X ⊥ Y | Z</a:t>
            </a:r>
          </a:p>
        </p:txBody>
      </p:sp>
      <p:sp>
        <p:nvSpPr>
          <p:cNvPr id="16" name="pattern-card-1"/>
          <p:cNvSpPr/>
          <p:nvPr/>
        </p:nvSpPr>
        <p:spPr>
          <a:xfrm>
            <a:off x="3291840" y="2194560"/>
            <a:ext cx="2514600" cy="224028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474720" y="2331720"/>
            <a:ext cx="21488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BIFURCACIÓN</a:t>
            </a:r>
          </a:p>
        </p:txBody>
      </p:sp>
      <p:cxnSp>
        <p:nvCxnSpPr>
          <p:cNvPr id="18" name="Connector 17"/>
          <p:cNvCxnSpPr/>
          <p:nvPr/>
        </p:nvCxnSpPr>
        <p:spPr>
          <a:xfrm flipH="1">
            <a:off x="3995927" y="3200400"/>
            <a:ext cx="324613"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777740" y="3200400"/>
            <a:ext cx="324612"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pat1-X"/>
          <p:cNvSpPr/>
          <p:nvPr/>
        </p:nvSpPr>
        <p:spPr>
          <a:xfrm>
            <a:off x="3520439"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X</a:t>
            </a:r>
          </a:p>
        </p:txBody>
      </p:sp>
      <p:sp>
        <p:nvSpPr>
          <p:cNvPr id="21" name="pat1-Z"/>
          <p:cNvSpPr/>
          <p:nvPr/>
        </p:nvSpPr>
        <p:spPr>
          <a:xfrm>
            <a:off x="4320540"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Z</a:t>
            </a:r>
          </a:p>
        </p:txBody>
      </p:sp>
      <p:sp>
        <p:nvSpPr>
          <p:cNvPr id="22" name="pat1-Y"/>
          <p:cNvSpPr/>
          <p:nvPr/>
        </p:nvSpPr>
        <p:spPr>
          <a:xfrm>
            <a:off x="5120640" y="2971800"/>
            <a:ext cx="457200" cy="457200"/>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Y</a:t>
            </a:r>
          </a:p>
        </p:txBody>
      </p:sp>
      <p:sp>
        <p:nvSpPr>
          <p:cNvPr id="23" name="TextBox 22"/>
          <p:cNvSpPr txBox="1"/>
          <p:nvPr/>
        </p:nvSpPr>
        <p:spPr>
          <a:xfrm>
            <a:off x="3474720" y="3703320"/>
            <a:ext cx="2148840" cy="640080"/>
          </a:xfrm>
          <a:prstGeom prst="rect">
            <a:avLst/>
          </a:prstGeom>
          <a:noFill/>
        </p:spPr>
        <p:txBody>
          <a:bodyPr wrap="square" anchor="t" lIns="0" rIns="0" tIns="0" bIns="0">
            <a:spAutoFit/>
          </a:bodyPr>
          <a:lstStyle/>
          <a:p>
            <a:pPr algn="ctr">
              <a:spcAft>
                <a:spcPts val="600"/>
              </a:spcAft>
            </a:pPr>
            <a:r>
              <a:rPr sz="1200" b="1" i="0">
                <a:solidFill>
                  <a:srgbClr val="464747"/>
                </a:solidFill>
                <a:latin typeface="Montserrat"/>
              </a:rPr>
              <a:t>X ⊥ Y | Z</a:t>
            </a:r>
          </a:p>
        </p:txBody>
      </p:sp>
      <p:sp>
        <p:nvSpPr>
          <p:cNvPr id="24" name="pattern-card-2"/>
          <p:cNvSpPr/>
          <p:nvPr/>
        </p:nvSpPr>
        <p:spPr>
          <a:xfrm>
            <a:off x="6035040" y="2194560"/>
            <a:ext cx="2514600" cy="224028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17920" y="2331720"/>
            <a:ext cx="214884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COLISOR</a:t>
            </a:r>
          </a:p>
        </p:txBody>
      </p:sp>
      <p:cxnSp>
        <p:nvCxnSpPr>
          <p:cNvPr id="26" name="Connector 25"/>
          <p:cNvCxnSpPr/>
          <p:nvPr/>
        </p:nvCxnSpPr>
        <p:spPr>
          <a:xfrm>
            <a:off x="6720840" y="3200400"/>
            <a:ext cx="324612"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7539227" y="3200400"/>
            <a:ext cx="324613" cy="0"/>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pat2-X"/>
          <p:cNvSpPr/>
          <p:nvPr/>
        </p:nvSpPr>
        <p:spPr>
          <a:xfrm>
            <a:off x="6263640" y="2971800"/>
            <a:ext cx="457200" cy="457200"/>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X</a:t>
            </a:r>
          </a:p>
        </p:txBody>
      </p:sp>
      <p:sp>
        <p:nvSpPr>
          <p:cNvPr id="29" name="pat2-Z"/>
          <p:cNvSpPr/>
          <p:nvPr/>
        </p:nvSpPr>
        <p:spPr>
          <a:xfrm>
            <a:off x="7063740" y="2971800"/>
            <a:ext cx="457200" cy="457200"/>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Z</a:t>
            </a:r>
          </a:p>
        </p:txBody>
      </p:sp>
      <p:sp>
        <p:nvSpPr>
          <p:cNvPr id="30" name="pat2-Y"/>
          <p:cNvSpPr/>
          <p:nvPr/>
        </p:nvSpPr>
        <p:spPr>
          <a:xfrm>
            <a:off x="7863840" y="2971800"/>
            <a:ext cx="457200" cy="457200"/>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Y</a:t>
            </a:r>
          </a:p>
        </p:txBody>
      </p:sp>
      <p:sp>
        <p:nvSpPr>
          <p:cNvPr id="31" name="TextBox 30"/>
          <p:cNvSpPr txBox="1"/>
          <p:nvPr/>
        </p:nvSpPr>
        <p:spPr>
          <a:xfrm>
            <a:off x="6217920" y="3703320"/>
            <a:ext cx="2148840" cy="640080"/>
          </a:xfrm>
          <a:prstGeom prst="rect">
            <a:avLst/>
          </a:prstGeom>
          <a:noFill/>
        </p:spPr>
        <p:txBody>
          <a:bodyPr wrap="square" anchor="t" lIns="0" rIns="0" tIns="0" bIns="0">
            <a:spAutoFit/>
          </a:bodyPr>
          <a:lstStyle/>
          <a:p>
            <a:pPr algn="ctr">
              <a:spcAft>
                <a:spcPts val="600"/>
              </a:spcAft>
            </a:pPr>
            <a:r>
              <a:rPr sz="1200" b="1" i="0">
                <a:solidFill>
                  <a:srgbClr val="FFFFFF"/>
                </a:solidFill>
                <a:latin typeface="Montserrat"/>
              </a:rPr>
              <a:t>X ⊥ Y,  pero dependientes dado Z</a:t>
            </a:r>
          </a:p>
        </p:txBody>
      </p:sp>
      <p:sp>
        <p:nvSpPr>
          <p:cNvPr id="32" name="assump-0"/>
          <p:cNvSpPr/>
          <p:nvPr/>
        </p:nvSpPr>
        <p:spPr>
          <a:xfrm>
            <a:off x="548640" y="4709160"/>
            <a:ext cx="3931920" cy="132588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77240" y="4846320"/>
            <a:ext cx="347472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CONDICIÓN DE MARKOV</a:t>
            </a:r>
          </a:p>
        </p:txBody>
      </p:sp>
      <p:sp>
        <p:nvSpPr>
          <p:cNvPr id="34" name="TextBox 33"/>
          <p:cNvSpPr txBox="1"/>
          <p:nvPr/>
        </p:nvSpPr>
        <p:spPr>
          <a:xfrm>
            <a:off x="777240" y="5230368"/>
            <a:ext cx="3474720" cy="73152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el grafo implica independencias en los datos</a:t>
            </a:r>
          </a:p>
        </p:txBody>
      </p:sp>
      <p:sp>
        <p:nvSpPr>
          <p:cNvPr id="35" name="assump-1"/>
          <p:cNvSpPr/>
          <p:nvPr/>
        </p:nvSpPr>
        <p:spPr>
          <a:xfrm>
            <a:off x="4663440" y="4709160"/>
            <a:ext cx="3931920" cy="132588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892040" y="4846320"/>
            <a:ext cx="347472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FIDELIDAD</a:t>
            </a:r>
          </a:p>
        </p:txBody>
      </p:sp>
      <p:sp>
        <p:nvSpPr>
          <p:cNvPr id="37" name="TextBox 36"/>
          <p:cNvSpPr txBox="1"/>
          <p:nvPr/>
        </p:nvSpPr>
        <p:spPr>
          <a:xfrm>
            <a:off x="4892040" y="5230368"/>
            <a:ext cx="3474720" cy="73152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los datos no tienen independencias extra por coincidencias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1"/>
          </p:nvPr>
        </p:nvSpPr>
        <p:spPr/>
        <p:txBody>
          <a:bodyPr/>
          <a:lstStyle/>
          <a:p>
            <a:r>
              <a:rPr sz="1400"/>
              <a:t>Fundamentos, limitaciones y variantes</a:t>
            </a:r>
          </a:p>
        </p:txBody>
      </p:sp>
      <p:sp>
        <p:nvSpPr>
          <p:cNvPr id="3" name="Text Placeholder 2"/>
          <p:cNvSpPr>
            <a:spLocks noGrp="1"/>
          </p:cNvSpPr>
          <p:nvPr>
            <p:ph type="body" idx="12" sz="quarter"/>
          </p:nvPr>
        </p:nvSpPr>
        <p:spPr/>
        <p:txBody>
          <a:bodyPr/>
          <a:lstStyle/>
          <a:p>
            <a:r>
              <a:rPr sz="2800"/>
              <a:t>02. El algoritmo PC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Peter Spirtes y Clark Glymour (1991): dos fases a partir de los datos</a:t>
            </a:r>
          </a:p>
        </p:txBody>
      </p:sp>
      <p:sp>
        <p:nvSpPr>
          <p:cNvPr id="7" name="Text Placeholder 6"/>
          <p:cNvSpPr>
            <a:spLocks noGrp="1"/>
          </p:cNvSpPr>
          <p:nvPr>
            <p:ph type="body" idx="35" sz="quarter"/>
          </p:nvPr>
        </p:nvSpPr>
        <p:spPr>
          <a:xfrm>
            <a:off x="548640" y="1005840"/>
            <a:ext cx="8046720" cy="566928"/>
          </a:xfrm>
        </p:spPr>
        <p:txBody>
          <a:bodyPr/>
          <a:lstStyle/>
          <a:p>
            <a:r>
              <a:rPr sz="2800"/>
              <a:t>El algoritmo PC</a:t>
            </a:r>
          </a:p>
        </p:txBody>
      </p:sp>
      <p:sp>
        <p:nvSpPr>
          <p:cNvPr id="8" name="pc-step-0"/>
          <p:cNvSpPr/>
          <p:nvPr/>
        </p:nvSpPr>
        <p:spPr>
          <a:xfrm>
            <a:off x="548640" y="2286000"/>
            <a:ext cx="1783080" cy="16916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2468880"/>
            <a:ext cx="1508760" cy="411480"/>
          </a:xfrm>
          <a:prstGeom prst="rect">
            <a:avLst/>
          </a:prstGeom>
          <a:noFill/>
        </p:spPr>
        <p:txBody>
          <a:bodyPr wrap="square" anchor="t" lIns="0" rIns="0" tIns="0" bIns="0">
            <a:spAutoFit/>
          </a:bodyPr>
          <a:lstStyle/>
          <a:p>
            <a:pPr algn="ctr">
              <a:spcAft>
                <a:spcPts val="600"/>
              </a:spcAft>
            </a:pPr>
            <a:r>
              <a:rPr sz="1500" b="1" i="0">
                <a:solidFill>
                  <a:srgbClr val="08447C"/>
                </a:solidFill>
                <a:latin typeface="Montserrat"/>
              </a:rPr>
              <a:t>DATOS</a:t>
            </a:r>
          </a:p>
        </p:txBody>
      </p:sp>
      <p:sp>
        <p:nvSpPr>
          <p:cNvPr id="10" name="TextBox 9"/>
          <p:cNvSpPr txBox="1"/>
          <p:nvPr/>
        </p:nvSpPr>
        <p:spPr>
          <a:xfrm>
            <a:off x="685800" y="2926080"/>
            <a:ext cx="1508760" cy="914400"/>
          </a:xfrm>
          <a:prstGeom prst="rect">
            <a:avLst/>
          </a:prstGeom>
          <a:noFill/>
        </p:spPr>
        <p:txBody>
          <a:bodyPr wrap="square" anchor="t" lIns="0" rIns="0" tIns="0" bIns="0">
            <a:spAutoFit/>
          </a:bodyPr>
          <a:lstStyle/>
          <a:p>
            <a:pPr algn="ctr">
              <a:spcAft>
                <a:spcPts val="600"/>
              </a:spcAft>
            </a:pPr>
            <a:r>
              <a:rPr sz="1100" b="0" i="0">
                <a:solidFill>
                  <a:srgbClr val="08447C"/>
                </a:solidFill>
                <a:latin typeface="Montserrat"/>
              </a:rPr>
              <a:t>Observaciones de las variables</a:t>
            </a:r>
          </a:p>
        </p:txBody>
      </p:sp>
      <p:cxnSp>
        <p:nvCxnSpPr>
          <p:cNvPr id="11" name="Connector 10"/>
          <p:cNvCxnSpPr/>
          <p:nvPr/>
        </p:nvCxnSpPr>
        <p:spPr>
          <a:xfrm>
            <a:off x="2359152" y="3127248"/>
            <a:ext cx="219456" cy="0"/>
          </a:xfrm>
          <a:prstGeom prst="line">
            <a:avLst/>
          </a:prstGeom>
          <a:ln w="3175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pc-step-1"/>
          <p:cNvSpPr/>
          <p:nvPr/>
        </p:nvSpPr>
        <p:spPr>
          <a:xfrm>
            <a:off x="2606040" y="2286000"/>
            <a:ext cx="1783080" cy="169164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743200" y="2468880"/>
            <a:ext cx="1508760" cy="411480"/>
          </a:xfrm>
          <a:prstGeom prst="rect">
            <a:avLst/>
          </a:prstGeom>
          <a:noFill/>
        </p:spPr>
        <p:txBody>
          <a:bodyPr wrap="square" anchor="t" lIns="0" rIns="0" tIns="0" bIns="0">
            <a:spAutoFit/>
          </a:bodyPr>
          <a:lstStyle/>
          <a:p>
            <a:pPr algn="ctr">
              <a:spcAft>
                <a:spcPts val="600"/>
              </a:spcAft>
            </a:pPr>
            <a:r>
              <a:rPr sz="1500" b="1" i="0">
                <a:solidFill>
                  <a:srgbClr val="FFFFFF"/>
                </a:solidFill>
                <a:latin typeface="Montserrat"/>
              </a:rPr>
              <a:t>FASE 1</a:t>
            </a:r>
          </a:p>
        </p:txBody>
      </p:sp>
      <p:sp>
        <p:nvSpPr>
          <p:cNvPr id="14" name="TextBox 13"/>
          <p:cNvSpPr txBox="1"/>
          <p:nvPr/>
        </p:nvSpPr>
        <p:spPr>
          <a:xfrm>
            <a:off x="2743200" y="2926080"/>
            <a:ext cx="1508760" cy="914400"/>
          </a:xfrm>
          <a:prstGeom prst="rect">
            <a:avLst/>
          </a:prstGeom>
          <a:noFill/>
        </p:spPr>
        <p:txBody>
          <a:bodyPr wrap="square" anchor="t" lIns="0" rIns="0" tIns="0" bIns="0">
            <a:spAutoFit/>
          </a:bodyPr>
          <a:lstStyle/>
          <a:p>
            <a:pPr algn="ctr">
              <a:spcAft>
                <a:spcPts val="600"/>
              </a:spcAft>
            </a:pPr>
            <a:r>
              <a:rPr sz="1100" b="0" i="0">
                <a:solidFill>
                  <a:srgbClr val="FFFFFF"/>
                </a:solidFill>
                <a:latin typeface="Montserrat"/>
              </a:rPr>
              <a:t>Esqueleto: qué está conectado</a:t>
            </a:r>
          </a:p>
        </p:txBody>
      </p:sp>
      <p:cxnSp>
        <p:nvCxnSpPr>
          <p:cNvPr id="15" name="Connector 14"/>
          <p:cNvCxnSpPr/>
          <p:nvPr/>
        </p:nvCxnSpPr>
        <p:spPr>
          <a:xfrm>
            <a:off x="4416552" y="3127248"/>
            <a:ext cx="219456" cy="0"/>
          </a:xfrm>
          <a:prstGeom prst="line">
            <a:avLst/>
          </a:prstGeom>
          <a:ln w="3175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pc-step-2"/>
          <p:cNvSpPr/>
          <p:nvPr/>
        </p:nvSpPr>
        <p:spPr>
          <a:xfrm>
            <a:off x="4663440" y="2286000"/>
            <a:ext cx="1783080" cy="169164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800600" y="2468880"/>
            <a:ext cx="1508760" cy="411480"/>
          </a:xfrm>
          <a:prstGeom prst="rect">
            <a:avLst/>
          </a:prstGeom>
          <a:noFill/>
        </p:spPr>
        <p:txBody>
          <a:bodyPr wrap="square" anchor="t" lIns="0" rIns="0" tIns="0" bIns="0">
            <a:spAutoFit/>
          </a:bodyPr>
          <a:lstStyle/>
          <a:p>
            <a:pPr algn="ctr">
              <a:spcAft>
                <a:spcPts val="600"/>
              </a:spcAft>
            </a:pPr>
            <a:r>
              <a:rPr sz="1500" b="1" i="0">
                <a:solidFill>
                  <a:srgbClr val="FFFFFF"/>
                </a:solidFill>
                <a:latin typeface="Montserrat"/>
              </a:rPr>
              <a:t>FASE 2</a:t>
            </a:r>
          </a:p>
        </p:txBody>
      </p:sp>
      <p:sp>
        <p:nvSpPr>
          <p:cNvPr id="18" name="TextBox 17"/>
          <p:cNvSpPr txBox="1"/>
          <p:nvPr/>
        </p:nvSpPr>
        <p:spPr>
          <a:xfrm>
            <a:off x="4800600" y="2926080"/>
            <a:ext cx="1508760" cy="914400"/>
          </a:xfrm>
          <a:prstGeom prst="rect">
            <a:avLst/>
          </a:prstGeom>
          <a:noFill/>
        </p:spPr>
        <p:txBody>
          <a:bodyPr wrap="square" anchor="t" lIns="0" rIns="0" tIns="0" bIns="0">
            <a:spAutoFit/>
          </a:bodyPr>
          <a:lstStyle/>
          <a:p>
            <a:pPr algn="ctr">
              <a:spcAft>
                <a:spcPts val="600"/>
              </a:spcAft>
            </a:pPr>
            <a:r>
              <a:rPr sz="1100" b="0" i="0">
                <a:solidFill>
                  <a:srgbClr val="FFFFFF"/>
                </a:solidFill>
                <a:latin typeface="Montserrat"/>
              </a:rPr>
              <a:t>Orientación: hacia dónde van las flechas</a:t>
            </a:r>
          </a:p>
        </p:txBody>
      </p:sp>
      <p:cxnSp>
        <p:nvCxnSpPr>
          <p:cNvPr id="19" name="Connector 18"/>
          <p:cNvCxnSpPr/>
          <p:nvPr/>
        </p:nvCxnSpPr>
        <p:spPr>
          <a:xfrm>
            <a:off x="6473952" y="3127248"/>
            <a:ext cx="219456" cy="0"/>
          </a:xfrm>
          <a:prstGeom prst="line">
            <a:avLst/>
          </a:prstGeom>
          <a:ln w="3175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pc-step-3"/>
          <p:cNvSpPr/>
          <p:nvPr/>
        </p:nvSpPr>
        <p:spPr>
          <a:xfrm>
            <a:off x="6720840" y="2286000"/>
            <a:ext cx="1783080" cy="1691640"/>
          </a:xfrm>
          <a:prstGeom prst="roundRect">
            <a:avLst>
              <a:gd name="adj" fmla="val 8000"/>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58000" y="2468880"/>
            <a:ext cx="1508760" cy="411480"/>
          </a:xfrm>
          <a:prstGeom prst="rect">
            <a:avLst/>
          </a:prstGeom>
          <a:noFill/>
        </p:spPr>
        <p:txBody>
          <a:bodyPr wrap="square" anchor="t" lIns="0" rIns="0" tIns="0" bIns="0">
            <a:spAutoFit/>
          </a:bodyPr>
          <a:lstStyle/>
          <a:p>
            <a:pPr algn="ctr">
              <a:spcAft>
                <a:spcPts val="600"/>
              </a:spcAft>
            </a:pPr>
            <a:r>
              <a:rPr sz="1500" b="1" i="0">
                <a:solidFill>
                  <a:srgbClr val="FFFFFF"/>
                </a:solidFill>
                <a:latin typeface="Montserrat"/>
              </a:rPr>
              <a:t>CPDAG</a:t>
            </a:r>
          </a:p>
        </p:txBody>
      </p:sp>
      <p:sp>
        <p:nvSpPr>
          <p:cNvPr id="22" name="TextBox 21"/>
          <p:cNvSpPr txBox="1"/>
          <p:nvPr/>
        </p:nvSpPr>
        <p:spPr>
          <a:xfrm>
            <a:off x="6858000" y="2926080"/>
            <a:ext cx="1508760" cy="914400"/>
          </a:xfrm>
          <a:prstGeom prst="rect">
            <a:avLst/>
          </a:prstGeom>
          <a:noFill/>
        </p:spPr>
        <p:txBody>
          <a:bodyPr wrap="square" anchor="t" lIns="0" rIns="0" tIns="0" bIns="0">
            <a:spAutoFit/>
          </a:bodyPr>
          <a:lstStyle/>
          <a:p>
            <a:pPr algn="ctr">
              <a:spcAft>
                <a:spcPts val="600"/>
              </a:spcAft>
            </a:pPr>
            <a:r>
              <a:rPr sz="1100" b="0" i="0">
                <a:solidFill>
                  <a:srgbClr val="FFFFFF"/>
                </a:solidFill>
                <a:latin typeface="Montserrat"/>
              </a:rPr>
              <a:t>Grafo parcialmente dirigido</a:t>
            </a:r>
          </a:p>
        </p:txBody>
      </p:sp>
      <p:sp>
        <p:nvSpPr>
          <p:cNvPr id="23" name="pc-key"/>
          <p:cNvSpPr/>
          <p:nvPr/>
        </p:nvSpPr>
        <p:spPr>
          <a:xfrm>
            <a:off x="548640" y="4343400"/>
            <a:ext cx="8046720" cy="16916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77240" y="4498848"/>
            <a:ext cx="758952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LA IDEA QUE LO HACE EFICIENTE</a:t>
            </a:r>
          </a:p>
        </p:txBody>
      </p:sp>
      <p:sp>
        <p:nvSpPr>
          <p:cNvPr id="25" name="TextBox 24"/>
          <p:cNvSpPr txBox="1"/>
          <p:nvPr/>
        </p:nvSpPr>
        <p:spPr>
          <a:xfrm>
            <a:off x="777240" y="4892040"/>
            <a:ext cx="7589520" cy="1097280"/>
          </a:xfrm>
          <a:prstGeom prst="rect">
            <a:avLst/>
          </a:prstGeom>
          <a:noFill/>
        </p:spPr>
        <p:txBody>
          <a:bodyPr wrap="square" anchor="t" lIns="0" rIns="0" tIns="0" bIns="0">
            <a:spAutoFit/>
          </a:bodyPr>
          <a:lstStyle/>
          <a:p>
            <a:pPr algn="l" marL="182880" indent="-182880">
              <a:spcAft>
                <a:spcPts val="600"/>
              </a:spcAft>
              <a:buFont typeface="Arial"/>
              <a:buChar char="•"/>
            </a:pPr>
            <a:r>
              <a:rPr sz="1200" b="0" i="0">
                <a:solidFill>
                  <a:srgbClr val="464747"/>
                </a:solidFill>
                <a:latin typeface="Montserrat"/>
              </a:rPr>
              <a:t>Solo condiciona sobre los </a:t>
            </a:r>
            <a:r>
              <a:rPr sz="1200" b="1" i="0">
                <a:solidFill>
                  <a:srgbClr val="464747"/>
                </a:solidFill>
                <a:latin typeface="Montserrat"/>
              </a:rPr>
              <a:t>vecinos actuales</a:t>
            </a:r>
            <a:r>
              <a:rPr sz="1200" b="0" i="0">
                <a:solidFill>
                  <a:srgbClr val="464747"/>
                </a:solidFill>
                <a:latin typeface="Montserrat"/>
              </a:rPr>
              <a:t> de cada variable, no sobre todos los subconjuntos posibles (como hacía SGS).</a:t>
            </a:r>
          </a:p>
          <a:p>
            <a:pPr algn="l" marL="182880" indent="-182880">
              <a:spcAft>
                <a:spcPts val="600"/>
              </a:spcAft>
              <a:buFont typeface="Arial"/>
              <a:buChar char="•"/>
            </a:pPr>
            <a:r>
              <a:rPr sz="1200" b="0" i="0">
                <a:solidFill>
                  <a:srgbClr val="464747"/>
                </a:solidFill>
                <a:latin typeface="Montserrat"/>
              </a:rPr>
              <a:t>Coste exponencial en el peor caso, pero </a:t>
            </a:r>
            <a:r>
              <a:rPr sz="1200" b="1" i="0">
                <a:solidFill>
                  <a:srgbClr val="464747"/>
                </a:solidFill>
                <a:latin typeface="Montserrat"/>
              </a:rPr>
              <a:t>polinómico si el grafo es poco denso</a:t>
            </a:r>
            <a:r>
              <a:rPr sz="1200" b="0" i="0">
                <a:solidFill>
                  <a:srgbClr val="464747"/>
                </a:solidFill>
                <a:latin typeface="Montserrat"/>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Todo conectado al inicio; se eliminan aristas con pruebas</a:t>
            </a:r>
          </a:p>
        </p:txBody>
      </p:sp>
      <p:sp>
        <p:nvSpPr>
          <p:cNvPr id="7" name="Text Placeholder 6"/>
          <p:cNvSpPr>
            <a:spLocks noGrp="1"/>
          </p:cNvSpPr>
          <p:nvPr>
            <p:ph type="body" idx="35" sz="quarter"/>
          </p:nvPr>
        </p:nvSpPr>
        <p:spPr>
          <a:xfrm>
            <a:off x="548640" y="1005840"/>
            <a:ext cx="8046720" cy="566928"/>
          </a:xfrm>
        </p:spPr>
        <p:txBody>
          <a:bodyPr/>
          <a:lstStyle/>
          <a:p>
            <a:r>
              <a:rPr sz="2800"/>
              <a:t>Fase 1: el esqueleto</a:t>
            </a:r>
          </a:p>
        </p:txBody>
      </p:sp>
      <p:sp>
        <p:nvSpPr>
          <p:cNvPr id="8" name="skel-card-0"/>
          <p:cNvSpPr/>
          <p:nvPr/>
        </p:nvSpPr>
        <p:spPr>
          <a:xfrm>
            <a:off x="548640" y="2194560"/>
            <a:ext cx="2514600" cy="388620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31720"/>
            <a:ext cx="21488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1. GRAFO COMPLETO</a:t>
            </a:r>
          </a:p>
        </p:txBody>
      </p:sp>
      <p:cxnSp>
        <p:nvCxnSpPr>
          <p:cNvPr id="10" name="Connector 9"/>
          <p:cNvCxnSpPr/>
          <p:nvPr/>
        </p:nvCxnSpPr>
        <p:spPr>
          <a:xfrm>
            <a:off x="1431036" y="3063240"/>
            <a:ext cx="731520" cy="0"/>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242615" y="3280490"/>
            <a:ext cx="72502" cy="50751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524310" y="3211212"/>
            <a:ext cx="713924" cy="651844"/>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214" y="3250984"/>
            <a:ext cx="814821" cy="134622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2281851" y="3282015"/>
            <a:ext cx="101177" cy="1281578"/>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15952" y="4165490"/>
            <a:ext cx="566041" cy="48113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sp>
        <p:nvSpPr>
          <p:cNvPr id="16" name="sk0-A"/>
          <p:cNvSpPr/>
          <p:nvPr/>
        </p:nvSpPr>
        <p:spPr>
          <a:xfrm>
            <a:off x="992124"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A</a:t>
            </a:r>
          </a:p>
        </p:txBody>
      </p:sp>
      <p:sp>
        <p:nvSpPr>
          <p:cNvPr id="17" name="sk0-B"/>
          <p:cNvSpPr/>
          <p:nvPr/>
        </p:nvSpPr>
        <p:spPr>
          <a:xfrm>
            <a:off x="2180844"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B</a:t>
            </a:r>
          </a:p>
        </p:txBody>
      </p:sp>
      <p:sp>
        <p:nvSpPr>
          <p:cNvPr id="18" name="sk0-C"/>
          <p:cNvSpPr/>
          <p:nvPr/>
        </p:nvSpPr>
        <p:spPr>
          <a:xfrm>
            <a:off x="1129284" y="380390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C</a:t>
            </a:r>
          </a:p>
        </p:txBody>
      </p:sp>
      <p:sp>
        <p:nvSpPr>
          <p:cNvPr id="19" name="sk0-D"/>
          <p:cNvSpPr/>
          <p:nvPr/>
        </p:nvSpPr>
        <p:spPr>
          <a:xfrm>
            <a:off x="2043683" y="458114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D</a:t>
            </a:r>
          </a:p>
        </p:txBody>
      </p:sp>
      <p:sp>
        <p:nvSpPr>
          <p:cNvPr id="20" name="TextBox 19"/>
          <p:cNvSpPr txBox="1"/>
          <p:nvPr/>
        </p:nvSpPr>
        <p:spPr>
          <a:xfrm>
            <a:off x="685800" y="5166360"/>
            <a:ext cx="2240280" cy="822960"/>
          </a:xfrm>
          <a:prstGeom prst="rect">
            <a:avLst/>
          </a:prstGeom>
          <a:noFill/>
        </p:spPr>
        <p:txBody>
          <a:bodyPr wrap="square" anchor="t" lIns="0" rIns="0" tIns="0" bIns="0">
            <a:spAutoFit/>
          </a:bodyPr>
          <a:lstStyle/>
          <a:p>
            <a:pPr algn="ctr">
              <a:spcAft>
                <a:spcPts val="200"/>
              </a:spcAft>
            </a:pPr>
            <a:r>
              <a:rPr sz="1100" b="0" i="0">
                <a:solidFill>
                  <a:srgbClr val="464747"/>
                </a:solidFill>
                <a:latin typeface="Montserrat"/>
              </a:rPr>
              <a:t>Todo conectado</a:t>
            </a:r>
          </a:p>
        </p:txBody>
      </p:sp>
      <p:sp>
        <p:nvSpPr>
          <p:cNvPr id="21" name="skel-card-1"/>
          <p:cNvSpPr/>
          <p:nvPr/>
        </p:nvSpPr>
        <p:spPr>
          <a:xfrm>
            <a:off x="3291840" y="2194560"/>
            <a:ext cx="2514600" cy="388620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474720" y="2331720"/>
            <a:ext cx="21488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2. ORDEN ℓ = 0</a:t>
            </a:r>
          </a:p>
        </p:txBody>
      </p:sp>
      <p:cxnSp>
        <p:nvCxnSpPr>
          <p:cNvPr id="23" name="Connector 22"/>
          <p:cNvCxnSpPr/>
          <p:nvPr/>
        </p:nvCxnSpPr>
        <p:spPr>
          <a:xfrm>
            <a:off x="4174236" y="3063240"/>
            <a:ext cx="731520" cy="0"/>
          </a:xfrm>
          <a:prstGeom prst="line">
            <a:avLst/>
          </a:prstGeom>
          <a:ln w="19050">
            <a:solidFill>
              <a:srgbClr val="C63B3B"/>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985815" y="3280490"/>
            <a:ext cx="72502" cy="50751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267510" y="3211212"/>
            <a:ext cx="713924" cy="651844"/>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068414" y="3250984"/>
            <a:ext cx="814821" cy="134622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025051" y="3282015"/>
            <a:ext cx="101177" cy="1281578"/>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259152" y="4165490"/>
            <a:ext cx="566041" cy="48113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sp>
        <p:nvSpPr>
          <p:cNvPr id="29" name="sk1-A"/>
          <p:cNvSpPr/>
          <p:nvPr/>
        </p:nvSpPr>
        <p:spPr>
          <a:xfrm>
            <a:off x="3735324"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A</a:t>
            </a:r>
          </a:p>
        </p:txBody>
      </p:sp>
      <p:sp>
        <p:nvSpPr>
          <p:cNvPr id="30" name="sk1-B"/>
          <p:cNvSpPr/>
          <p:nvPr/>
        </p:nvSpPr>
        <p:spPr>
          <a:xfrm>
            <a:off x="4924044"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B</a:t>
            </a:r>
          </a:p>
        </p:txBody>
      </p:sp>
      <p:sp>
        <p:nvSpPr>
          <p:cNvPr id="31" name="sk1-C"/>
          <p:cNvSpPr/>
          <p:nvPr/>
        </p:nvSpPr>
        <p:spPr>
          <a:xfrm>
            <a:off x="3872484" y="380390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C</a:t>
            </a:r>
          </a:p>
        </p:txBody>
      </p:sp>
      <p:sp>
        <p:nvSpPr>
          <p:cNvPr id="32" name="sk1-D"/>
          <p:cNvSpPr/>
          <p:nvPr/>
        </p:nvSpPr>
        <p:spPr>
          <a:xfrm>
            <a:off x="4786883" y="458114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D</a:t>
            </a:r>
          </a:p>
        </p:txBody>
      </p:sp>
      <p:sp>
        <p:nvSpPr>
          <p:cNvPr id="33" name="TextBox 32"/>
          <p:cNvSpPr txBox="1"/>
          <p:nvPr/>
        </p:nvSpPr>
        <p:spPr>
          <a:xfrm>
            <a:off x="3429000" y="5166360"/>
            <a:ext cx="2240280" cy="822960"/>
          </a:xfrm>
          <a:prstGeom prst="rect">
            <a:avLst/>
          </a:prstGeom>
          <a:noFill/>
        </p:spPr>
        <p:txBody>
          <a:bodyPr wrap="square" anchor="t" lIns="0" rIns="0" tIns="0" bIns="0">
            <a:spAutoFit/>
          </a:bodyPr>
          <a:lstStyle/>
          <a:p>
            <a:pPr algn="ctr">
              <a:spcAft>
                <a:spcPts val="200"/>
              </a:spcAft>
            </a:pPr>
            <a:r>
              <a:rPr sz="1100" b="0" i="0">
                <a:solidFill>
                  <a:srgbClr val="464747"/>
                </a:solidFill>
                <a:latin typeface="Montserrat"/>
              </a:rPr>
              <a:t>A ⊥ B  →  se elimina A–B</a:t>
            </a:r>
          </a:p>
          <a:p>
            <a:pPr algn="ctr">
              <a:spcAft>
                <a:spcPts val="200"/>
              </a:spcAft>
            </a:pPr>
            <a:r>
              <a:rPr sz="1100" b="0" i="0">
                <a:solidFill>
                  <a:srgbClr val="464747"/>
                </a:solidFill>
                <a:latin typeface="Montserrat"/>
              </a:rPr>
              <a:t>S(A,B) = ∅</a:t>
            </a:r>
          </a:p>
        </p:txBody>
      </p:sp>
      <p:sp>
        <p:nvSpPr>
          <p:cNvPr id="34" name="skel-card-2"/>
          <p:cNvSpPr/>
          <p:nvPr/>
        </p:nvSpPr>
        <p:spPr>
          <a:xfrm>
            <a:off x="6035040" y="2194560"/>
            <a:ext cx="2514600" cy="388620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17920" y="2331720"/>
            <a:ext cx="21488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3. ORDEN ℓ = 1</a:t>
            </a:r>
          </a:p>
        </p:txBody>
      </p:sp>
      <p:cxnSp>
        <p:nvCxnSpPr>
          <p:cNvPr id="36" name="Connector 35"/>
          <p:cNvCxnSpPr/>
          <p:nvPr/>
        </p:nvCxnSpPr>
        <p:spPr>
          <a:xfrm>
            <a:off x="6729015" y="3280490"/>
            <a:ext cx="72502" cy="50751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010710" y="3211212"/>
            <a:ext cx="713924" cy="651844"/>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11614" y="3250984"/>
            <a:ext cx="814821" cy="1346225"/>
          </a:xfrm>
          <a:prstGeom prst="line">
            <a:avLst/>
          </a:prstGeom>
          <a:ln w="19050">
            <a:solidFill>
              <a:srgbClr val="C63B3B"/>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768251" y="3282015"/>
            <a:ext cx="101177" cy="1281578"/>
          </a:xfrm>
          <a:prstGeom prst="line">
            <a:avLst/>
          </a:prstGeom>
          <a:ln w="19050">
            <a:solidFill>
              <a:srgbClr val="C63B3B"/>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002352" y="4165490"/>
            <a:ext cx="566041" cy="481135"/>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sp>
        <p:nvSpPr>
          <p:cNvPr id="41" name="sk2-A"/>
          <p:cNvSpPr/>
          <p:nvPr/>
        </p:nvSpPr>
        <p:spPr>
          <a:xfrm>
            <a:off x="6478523"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A</a:t>
            </a:r>
          </a:p>
        </p:txBody>
      </p:sp>
      <p:sp>
        <p:nvSpPr>
          <p:cNvPr id="42" name="sk2-B"/>
          <p:cNvSpPr/>
          <p:nvPr/>
        </p:nvSpPr>
        <p:spPr>
          <a:xfrm>
            <a:off x="7667244" y="284378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B</a:t>
            </a:r>
          </a:p>
        </p:txBody>
      </p:sp>
      <p:sp>
        <p:nvSpPr>
          <p:cNvPr id="43" name="sk2-C"/>
          <p:cNvSpPr/>
          <p:nvPr/>
        </p:nvSpPr>
        <p:spPr>
          <a:xfrm>
            <a:off x="6615683" y="380390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C</a:t>
            </a:r>
          </a:p>
        </p:txBody>
      </p:sp>
      <p:sp>
        <p:nvSpPr>
          <p:cNvPr id="44" name="sk2-D"/>
          <p:cNvSpPr/>
          <p:nvPr/>
        </p:nvSpPr>
        <p:spPr>
          <a:xfrm>
            <a:off x="7530083" y="4581144"/>
            <a:ext cx="438912" cy="438912"/>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200" b="1" i="0">
                <a:solidFill>
                  <a:srgbClr val="FFFFFF"/>
                </a:solidFill>
                <a:latin typeface="Montserrat"/>
              </a:rPr>
              <a:t>D</a:t>
            </a:r>
          </a:p>
        </p:txBody>
      </p:sp>
      <p:sp>
        <p:nvSpPr>
          <p:cNvPr id="45" name="TextBox 44"/>
          <p:cNvSpPr txBox="1"/>
          <p:nvPr/>
        </p:nvSpPr>
        <p:spPr>
          <a:xfrm>
            <a:off x="6172200" y="5166360"/>
            <a:ext cx="2240280" cy="822960"/>
          </a:xfrm>
          <a:prstGeom prst="rect">
            <a:avLst/>
          </a:prstGeom>
          <a:noFill/>
        </p:spPr>
        <p:txBody>
          <a:bodyPr wrap="square" anchor="t" lIns="0" rIns="0" tIns="0" bIns="0">
            <a:spAutoFit/>
          </a:bodyPr>
          <a:lstStyle/>
          <a:p>
            <a:pPr algn="ctr">
              <a:spcAft>
                <a:spcPts val="200"/>
              </a:spcAft>
            </a:pPr>
            <a:r>
              <a:rPr sz="1100" b="0" i="0">
                <a:solidFill>
                  <a:srgbClr val="464747"/>
                </a:solidFill>
                <a:latin typeface="Montserrat"/>
              </a:rPr>
              <a:t>A ⊥ D | C,  B ⊥ D | C</a:t>
            </a:r>
          </a:p>
          <a:p>
            <a:pPr algn="ctr">
              <a:spcAft>
                <a:spcPts val="200"/>
              </a:spcAft>
            </a:pPr>
            <a:r>
              <a:rPr sz="1100" b="0" i="0">
                <a:solidFill>
                  <a:srgbClr val="464747"/>
                </a:solidFill>
                <a:latin typeface="Montserrat"/>
              </a:rPr>
              <a:t>S(A,D) = S(B,D) = {C}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Primero los colisores, después reglas de propagación</a:t>
            </a:r>
          </a:p>
        </p:txBody>
      </p:sp>
      <p:sp>
        <p:nvSpPr>
          <p:cNvPr id="7" name="Text Placeholder 6"/>
          <p:cNvSpPr>
            <a:spLocks noGrp="1"/>
          </p:cNvSpPr>
          <p:nvPr>
            <p:ph type="body" idx="35" sz="quarter"/>
          </p:nvPr>
        </p:nvSpPr>
        <p:spPr>
          <a:xfrm>
            <a:off x="548640" y="1005840"/>
            <a:ext cx="8046720" cy="566928"/>
          </a:xfrm>
        </p:spPr>
        <p:txBody>
          <a:bodyPr/>
          <a:lstStyle/>
          <a:p>
            <a:r>
              <a:rPr sz="2800"/>
              <a:t>Fase 2: orientar las flechas</a:t>
            </a:r>
          </a:p>
        </p:txBody>
      </p:sp>
      <p:sp>
        <p:nvSpPr>
          <p:cNvPr id="8" name="orient-card-0"/>
          <p:cNvSpPr/>
          <p:nvPr/>
        </p:nvSpPr>
        <p:spPr>
          <a:xfrm>
            <a:off x="548640" y="2194560"/>
            <a:ext cx="3931920" cy="269748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04288"/>
            <a:ext cx="356616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1. COLISOR</a:t>
            </a:r>
          </a:p>
        </p:txBody>
      </p:sp>
      <p:cxnSp>
        <p:nvCxnSpPr>
          <p:cNvPr id="10" name="Connector 9"/>
          <p:cNvCxnSpPr/>
          <p:nvPr/>
        </p:nvCxnSpPr>
        <p:spPr>
          <a:xfrm>
            <a:off x="1086923" y="2941235"/>
            <a:ext cx="63218" cy="354022"/>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365935" y="2861857"/>
            <a:ext cx="711897" cy="519994"/>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355071" y="3624414"/>
            <a:ext cx="566575" cy="385271"/>
          </a:xfrm>
          <a:prstGeom prst="line">
            <a:avLst/>
          </a:prstGeom>
          <a:ln w="25400">
            <a:solidFill>
              <a:srgbClr val="464747"/>
            </a:solidFill>
          </a:ln>
        </p:spPr>
        <p:style>
          <a:lnRef idx="2">
            <a:schemeClr val="accent1"/>
          </a:lnRef>
          <a:fillRef idx="0">
            <a:schemeClr val="accent1"/>
          </a:fillRef>
          <a:effectRef idx="1">
            <a:schemeClr val="accent1"/>
          </a:effectRef>
          <a:fontRef idx="minor">
            <a:schemeClr val="tx1"/>
          </a:fontRef>
        </p:style>
      </p:cxnSp>
      <p:sp>
        <p:nvSpPr>
          <p:cNvPr id="13" name="or0-A"/>
          <p:cNvSpPr/>
          <p:nvPr/>
        </p:nvSpPr>
        <p:spPr>
          <a:xfrm>
            <a:off x="850392" y="2542032"/>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A</a:t>
            </a:r>
          </a:p>
        </p:txBody>
      </p:sp>
      <p:sp>
        <p:nvSpPr>
          <p:cNvPr id="14" name="or0-B"/>
          <p:cNvSpPr/>
          <p:nvPr/>
        </p:nvSpPr>
        <p:spPr>
          <a:xfrm>
            <a:off x="2039111" y="2542032"/>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B</a:t>
            </a:r>
          </a:p>
        </p:txBody>
      </p:sp>
      <p:sp>
        <p:nvSpPr>
          <p:cNvPr id="15" name="or0-C"/>
          <p:cNvSpPr/>
          <p:nvPr/>
        </p:nvSpPr>
        <p:spPr>
          <a:xfrm>
            <a:off x="987551" y="3310127"/>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C</a:t>
            </a:r>
          </a:p>
        </p:txBody>
      </p:sp>
      <p:sp>
        <p:nvSpPr>
          <p:cNvPr id="16" name="or0-D"/>
          <p:cNvSpPr/>
          <p:nvPr/>
        </p:nvSpPr>
        <p:spPr>
          <a:xfrm>
            <a:off x="1901951" y="3931920"/>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D</a:t>
            </a:r>
          </a:p>
        </p:txBody>
      </p:sp>
      <p:sp>
        <p:nvSpPr>
          <p:cNvPr id="17" name="TextBox 16"/>
          <p:cNvSpPr txBox="1"/>
          <p:nvPr/>
        </p:nvSpPr>
        <p:spPr>
          <a:xfrm>
            <a:off x="2697480" y="3017520"/>
            <a:ext cx="1691640" cy="1828800"/>
          </a:xfrm>
          <a:prstGeom prst="rect">
            <a:avLst/>
          </a:prstGeom>
          <a:noFill/>
        </p:spPr>
        <p:txBody>
          <a:bodyPr wrap="square" anchor="t" lIns="0" rIns="0" tIns="0" bIns="0">
            <a:spAutoFit/>
          </a:bodyPr>
          <a:lstStyle/>
          <a:p>
            <a:pPr algn="l">
              <a:spcAft>
                <a:spcPts val="800"/>
              </a:spcAft>
            </a:pPr>
            <a:r>
              <a:rPr sz="1100" b="1" i="0">
                <a:solidFill>
                  <a:srgbClr val="464747"/>
                </a:solidFill>
                <a:latin typeface="Montserrat"/>
              </a:rPr>
              <a:t>C ∉ S(A,B) = ∅</a:t>
            </a:r>
          </a:p>
          <a:p>
            <a:pPr algn="l">
              <a:spcAft>
                <a:spcPts val="800"/>
              </a:spcAft>
            </a:pPr>
            <a:r>
              <a:rPr sz="1100" b="1" i="0">
                <a:solidFill>
                  <a:srgbClr val="464747"/>
                </a:solidFill>
                <a:latin typeface="Montserrat"/>
              </a:rPr>
              <a:t>⇒  A → C ← B</a:t>
            </a:r>
          </a:p>
        </p:txBody>
      </p:sp>
      <p:sp>
        <p:nvSpPr>
          <p:cNvPr id="18" name="orient-card-1"/>
          <p:cNvSpPr/>
          <p:nvPr/>
        </p:nvSpPr>
        <p:spPr>
          <a:xfrm>
            <a:off x="4663440" y="2194560"/>
            <a:ext cx="3931920" cy="269748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846320" y="2304288"/>
            <a:ext cx="356616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2. PROPAGACIÓN (MEEK)</a:t>
            </a:r>
          </a:p>
        </p:txBody>
      </p:sp>
      <p:cxnSp>
        <p:nvCxnSpPr>
          <p:cNvPr id="20" name="Connector 19"/>
          <p:cNvCxnSpPr/>
          <p:nvPr/>
        </p:nvCxnSpPr>
        <p:spPr>
          <a:xfrm>
            <a:off x="5201723" y="2941235"/>
            <a:ext cx="63218" cy="354022"/>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480735" y="2861857"/>
            <a:ext cx="711897" cy="519994"/>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69871" y="3624414"/>
            <a:ext cx="566575" cy="385271"/>
          </a:xfrm>
          <a:prstGeom prst="line">
            <a:avLst/>
          </a:prstGeom>
          <a:ln w="2540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or1-A"/>
          <p:cNvSpPr/>
          <p:nvPr/>
        </p:nvSpPr>
        <p:spPr>
          <a:xfrm>
            <a:off x="4965192" y="2542032"/>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A</a:t>
            </a:r>
          </a:p>
        </p:txBody>
      </p:sp>
      <p:sp>
        <p:nvSpPr>
          <p:cNvPr id="24" name="or1-B"/>
          <p:cNvSpPr/>
          <p:nvPr/>
        </p:nvSpPr>
        <p:spPr>
          <a:xfrm>
            <a:off x="6153912" y="2542032"/>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B</a:t>
            </a:r>
          </a:p>
        </p:txBody>
      </p:sp>
      <p:sp>
        <p:nvSpPr>
          <p:cNvPr id="25" name="or1-C"/>
          <p:cNvSpPr/>
          <p:nvPr/>
        </p:nvSpPr>
        <p:spPr>
          <a:xfrm>
            <a:off x="5102352" y="3310127"/>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C</a:t>
            </a:r>
          </a:p>
        </p:txBody>
      </p:sp>
      <p:sp>
        <p:nvSpPr>
          <p:cNvPr id="26" name="or1-D"/>
          <p:cNvSpPr/>
          <p:nvPr/>
        </p:nvSpPr>
        <p:spPr>
          <a:xfrm>
            <a:off x="6016752" y="3931920"/>
            <a:ext cx="402336" cy="402336"/>
          </a:xfrm>
          <a:prstGeom prst="ellipse">
            <a:avLst/>
          </a:prstGeom>
          <a:solidFill>
            <a:srgbClr val="0D6FC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100" b="1" i="0">
                <a:solidFill>
                  <a:srgbClr val="FFFFFF"/>
                </a:solidFill>
                <a:latin typeface="Montserrat"/>
              </a:rPr>
              <a:t>D</a:t>
            </a:r>
          </a:p>
        </p:txBody>
      </p:sp>
      <p:sp>
        <p:nvSpPr>
          <p:cNvPr id="27" name="TextBox 26"/>
          <p:cNvSpPr txBox="1"/>
          <p:nvPr/>
        </p:nvSpPr>
        <p:spPr>
          <a:xfrm>
            <a:off x="6812280" y="3017520"/>
            <a:ext cx="1691640" cy="1828800"/>
          </a:xfrm>
          <a:prstGeom prst="rect">
            <a:avLst/>
          </a:prstGeom>
          <a:noFill/>
        </p:spPr>
        <p:txBody>
          <a:bodyPr wrap="square" anchor="t" lIns="0" rIns="0" tIns="0" bIns="0">
            <a:spAutoFit/>
          </a:bodyPr>
          <a:lstStyle/>
          <a:p>
            <a:pPr algn="l">
              <a:spcAft>
                <a:spcPts val="800"/>
              </a:spcAft>
            </a:pPr>
            <a:r>
              <a:rPr sz="1100" b="1" i="0">
                <a:solidFill>
                  <a:srgbClr val="464747"/>
                </a:solidFill>
                <a:latin typeface="Montserrat"/>
              </a:rPr>
              <a:t>Sin ciclos ni colisores nuevos</a:t>
            </a:r>
          </a:p>
          <a:p>
            <a:pPr algn="l">
              <a:spcAft>
                <a:spcPts val="800"/>
              </a:spcAft>
            </a:pPr>
            <a:r>
              <a:rPr sz="1100" b="1" i="0">
                <a:solidFill>
                  <a:srgbClr val="464747"/>
                </a:solidFill>
                <a:latin typeface="Montserrat"/>
              </a:rPr>
              <a:t>⇒  C → D</a:t>
            </a:r>
          </a:p>
        </p:txBody>
      </p:sp>
      <p:sp>
        <p:nvSpPr>
          <p:cNvPr id="28" name="cpdag-box"/>
          <p:cNvSpPr/>
          <p:nvPr/>
        </p:nvSpPr>
        <p:spPr>
          <a:xfrm>
            <a:off x="548640" y="5074920"/>
            <a:ext cx="8046720" cy="100584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5166360"/>
            <a:ext cx="7589520" cy="868680"/>
          </a:xfrm>
          <a:prstGeom prst="rect">
            <a:avLst/>
          </a:prstGeom>
          <a:noFill/>
        </p:spPr>
        <p:txBody>
          <a:bodyPr wrap="square" anchor="ctr" lIns="0" rIns="0" tIns="0" bIns="0">
            <a:spAutoFit/>
          </a:bodyPr>
          <a:lstStyle/>
          <a:p>
            <a:pPr algn="l">
              <a:spcAft>
                <a:spcPts val="600"/>
              </a:spcAft>
            </a:pPr>
            <a:r>
              <a:rPr sz="1200" b="1" i="0">
                <a:solidFill>
                  <a:srgbClr val="FFFFFF"/>
                </a:solidFill>
                <a:latin typeface="Montserrat"/>
              </a:rPr>
              <a:t>Resultado: un CPDAG. </a:t>
            </a:r>
            <a:r>
              <a:rPr sz="1200" b="0" i="0">
                <a:solidFill>
                  <a:srgbClr val="FFFFFF"/>
                </a:solidFill>
                <a:latin typeface="Montserrat"/>
              </a:rPr>
              <a:t>Las aristas que los datos no permiten orientar quedan sin dirección: X → Y → Z y X ← Y ← Z implican las mismas independencias.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Con pruebas perfectas acierta; con datos reales puede fallar</a:t>
            </a:r>
          </a:p>
        </p:txBody>
      </p:sp>
      <p:sp>
        <p:nvSpPr>
          <p:cNvPr id="7" name="Text Placeholder 6"/>
          <p:cNvSpPr>
            <a:spLocks noGrp="1"/>
          </p:cNvSpPr>
          <p:nvPr>
            <p:ph type="body" idx="35" sz="quarter"/>
          </p:nvPr>
        </p:nvSpPr>
        <p:spPr>
          <a:xfrm>
            <a:off x="548640" y="1005840"/>
            <a:ext cx="8046720" cy="566928"/>
          </a:xfrm>
        </p:spPr>
        <p:txBody>
          <a:bodyPr/>
          <a:lstStyle/>
          <a:p>
            <a:r>
              <a:rPr sz="2800"/>
              <a:t>Del oráculo a los datos</a:t>
            </a:r>
          </a:p>
        </p:txBody>
      </p:sp>
      <p:sp>
        <p:nvSpPr>
          <p:cNvPr id="8" name="oracle-box"/>
          <p:cNvSpPr/>
          <p:nvPr/>
        </p:nvSpPr>
        <p:spPr>
          <a:xfrm>
            <a:off x="548640" y="2194560"/>
            <a:ext cx="2468880" cy="3886200"/>
          </a:xfrm>
          <a:prstGeom prst="roundRect">
            <a:avLst>
              <a:gd name="adj" fmla="val 8000"/>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77440"/>
            <a:ext cx="210312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ORÁCULO IDEAL</a:t>
            </a:r>
          </a:p>
        </p:txBody>
      </p:sp>
      <p:sp>
        <p:nvSpPr>
          <p:cNvPr id="10" name="TextBox 9"/>
          <p:cNvSpPr txBox="1"/>
          <p:nvPr/>
        </p:nvSpPr>
        <p:spPr>
          <a:xfrm>
            <a:off x="731520" y="2788920"/>
            <a:ext cx="2103120" cy="128016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Pruebas perfectas: el PC es correcto y completo</a:t>
            </a:r>
          </a:p>
        </p:txBody>
      </p:sp>
      <p:sp>
        <p:nvSpPr>
          <p:cNvPr id="11" name="TextBox 10"/>
          <p:cNvSpPr txBox="1"/>
          <p:nvPr/>
        </p:nvSpPr>
        <p:spPr>
          <a:xfrm>
            <a:off x="731520" y="4023360"/>
            <a:ext cx="2103120" cy="365760"/>
          </a:xfrm>
          <a:prstGeom prst="rect">
            <a:avLst/>
          </a:prstGeom>
          <a:noFill/>
        </p:spPr>
        <p:txBody>
          <a:bodyPr wrap="square" anchor="t" lIns="0" rIns="0" tIns="0" bIns="0">
            <a:spAutoFit/>
          </a:bodyPr>
          <a:lstStyle/>
          <a:p>
            <a:pPr algn="l">
              <a:spcAft>
                <a:spcPts val="600"/>
              </a:spcAft>
            </a:pPr>
            <a:r>
              <a:rPr sz="1300" b="1" i="0">
                <a:solidFill>
                  <a:srgbClr val="2899F9"/>
                </a:solidFill>
                <a:latin typeface="Montserrat"/>
              </a:rPr>
              <a:t>DATOS REALES</a:t>
            </a:r>
          </a:p>
        </p:txBody>
      </p:sp>
      <p:sp>
        <p:nvSpPr>
          <p:cNvPr id="12" name="TextBox 11"/>
          <p:cNvSpPr txBox="1"/>
          <p:nvPr/>
        </p:nvSpPr>
        <p:spPr>
          <a:xfrm>
            <a:off x="731520" y="4434840"/>
            <a:ext cx="2103120" cy="155448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Cada prueba puede fallar y el error se propaga a las siguientes</a:t>
            </a:r>
          </a:p>
        </p:txBody>
      </p:sp>
      <p:sp>
        <p:nvSpPr>
          <p:cNvPr id="13" name="lim-0"/>
          <p:cNvSpPr/>
          <p:nvPr/>
        </p:nvSpPr>
        <p:spPr>
          <a:xfrm>
            <a:off x="3246120" y="2194560"/>
            <a:ext cx="5349240" cy="676656"/>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83280" y="2194560"/>
            <a:ext cx="685800" cy="676656"/>
          </a:xfrm>
          <a:prstGeom prst="rect">
            <a:avLst/>
          </a:prstGeom>
          <a:noFill/>
        </p:spPr>
        <p:txBody>
          <a:bodyPr wrap="square" anchor="ctr" lIns="0" rIns="0" tIns="0" bIns="0">
            <a:spAutoFit/>
          </a:bodyPr>
          <a:lstStyle/>
          <a:p>
            <a:pPr algn="l">
              <a:spcAft>
                <a:spcPts val="600"/>
              </a:spcAft>
            </a:pPr>
            <a:r>
              <a:rPr sz="1500" b="1" i="0">
                <a:solidFill>
                  <a:srgbClr val="2899F9"/>
                </a:solidFill>
                <a:latin typeface="Montserrat"/>
              </a:rPr>
              <a:t>(i)</a:t>
            </a:r>
          </a:p>
        </p:txBody>
      </p:sp>
      <p:sp>
        <p:nvSpPr>
          <p:cNvPr id="15" name="TextBox 14"/>
          <p:cNvSpPr txBox="1"/>
          <p:nvPr/>
        </p:nvSpPr>
        <p:spPr>
          <a:xfrm>
            <a:off x="4069080" y="2249424"/>
            <a:ext cx="4389120" cy="566928"/>
          </a:xfrm>
          <a:prstGeom prst="rect">
            <a:avLst/>
          </a:prstGeom>
          <a:noFill/>
        </p:spPr>
        <p:txBody>
          <a:bodyPr wrap="square" anchor="ctr" lIns="0" rIns="0" tIns="0" bIns="0">
            <a:spAutoFit/>
          </a:bodyPr>
          <a:lstStyle/>
          <a:p>
            <a:pPr algn="l">
              <a:spcAft>
                <a:spcPts val="0"/>
              </a:spcAft>
            </a:pPr>
            <a:r>
              <a:rPr sz="1200" b="1" i="0">
                <a:solidFill>
                  <a:srgbClr val="08447C"/>
                </a:solidFill>
                <a:latin typeface="Montserrat"/>
              </a:rPr>
              <a:t>ALTA DIMENSIÓN</a:t>
            </a:r>
          </a:p>
          <a:p>
            <a:pPr algn="l">
              <a:spcAft>
                <a:spcPts val="0"/>
              </a:spcAft>
            </a:pPr>
            <a:r>
              <a:rPr sz="1100" b="0" i="0">
                <a:solidFill>
                  <a:srgbClr val="464747"/>
                </a:solidFill>
                <a:latin typeface="Montserrat"/>
              </a:rPr>
              <a:t>muchas variables, pocos datos</a:t>
            </a:r>
          </a:p>
        </p:txBody>
      </p:sp>
      <p:sp>
        <p:nvSpPr>
          <p:cNvPr id="16" name="lim-1"/>
          <p:cNvSpPr/>
          <p:nvPr/>
        </p:nvSpPr>
        <p:spPr>
          <a:xfrm>
            <a:off x="3246120" y="2980944"/>
            <a:ext cx="5349240" cy="676656"/>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383280" y="2980944"/>
            <a:ext cx="685800" cy="676656"/>
          </a:xfrm>
          <a:prstGeom prst="rect">
            <a:avLst/>
          </a:prstGeom>
          <a:noFill/>
        </p:spPr>
        <p:txBody>
          <a:bodyPr wrap="square" anchor="ctr" lIns="0" rIns="0" tIns="0" bIns="0">
            <a:spAutoFit/>
          </a:bodyPr>
          <a:lstStyle/>
          <a:p>
            <a:pPr algn="l">
              <a:spcAft>
                <a:spcPts val="600"/>
              </a:spcAft>
            </a:pPr>
            <a:r>
              <a:rPr sz="1500" b="1" i="0">
                <a:solidFill>
                  <a:srgbClr val="2899F9"/>
                </a:solidFill>
                <a:latin typeface="Montserrat"/>
              </a:rPr>
              <a:t>(ii)</a:t>
            </a:r>
          </a:p>
        </p:txBody>
      </p:sp>
      <p:sp>
        <p:nvSpPr>
          <p:cNvPr id="18" name="TextBox 17"/>
          <p:cNvSpPr txBox="1"/>
          <p:nvPr/>
        </p:nvSpPr>
        <p:spPr>
          <a:xfrm>
            <a:off x="4069080" y="3035808"/>
            <a:ext cx="4389120" cy="566928"/>
          </a:xfrm>
          <a:prstGeom prst="rect">
            <a:avLst/>
          </a:prstGeom>
          <a:noFill/>
        </p:spPr>
        <p:txBody>
          <a:bodyPr wrap="square" anchor="ctr" lIns="0" rIns="0" tIns="0" bIns="0">
            <a:spAutoFit/>
          </a:bodyPr>
          <a:lstStyle/>
          <a:p>
            <a:pPr algn="l">
              <a:spcAft>
                <a:spcPts val="0"/>
              </a:spcAft>
            </a:pPr>
            <a:r>
              <a:rPr sz="1200" b="1" i="0">
                <a:solidFill>
                  <a:srgbClr val="08447C"/>
                </a:solidFill>
                <a:latin typeface="Montserrat"/>
              </a:rPr>
              <a:t>ORDEN DE LAS VARIABLES</a:t>
            </a:r>
          </a:p>
          <a:p>
            <a:pPr algn="l">
              <a:spcAft>
                <a:spcPts val="0"/>
              </a:spcAft>
            </a:pPr>
            <a:r>
              <a:rPr sz="1100" b="0" i="0">
                <a:solidFill>
                  <a:srgbClr val="464747"/>
                </a:solidFill>
                <a:latin typeface="Montserrat"/>
              </a:rPr>
              <a:t>el resultado cambia al reordenar</a:t>
            </a:r>
          </a:p>
        </p:txBody>
      </p:sp>
      <p:sp>
        <p:nvSpPr>
          <p:cNvPr id="19" name="lim-2"/>
          <p:cNvSpPr/>
          <p:nvPr/>
        </p:nvSpPr>
        <p:spPr>
          <a:xfrm>
            <a:off x="3246120" y="3767328"/>
            <a:ext cx="5349240" cy="676656"/>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383280" y="3767328"/>
            <a:ext cx="685800" cy="676656"/>
          </a:xfrm>
          <a:prstGeom prst="rect">
            <a:avLst/>
          </a:prstGeom>
          <a:noFill/>
        </p:spPr>
        <p:txBody>
          <a:bodyPr wrap="square" anchor="ctr" lIns="0" rIns="0" tIns="0" bIns="0">
            <a:spAutoFit/>
          </a:bodyPr>
          <a:lstStyle/>
          <a:p>
            <a:pPr algn="l">
              <a:spcAft>
                <a:spcPts val="600"/>
              </a:spcAft>
            </a:pPr>
            <a:r>
              <a:rPr sz="1500" b="1" i="0">
                <a:solidFill>
                  <a:srgbClr val="2899F9"/>
                </a:solidFill>
                <a:latin typeface="Montserrat"/>
              </a:rPr>
              <a:t>(iii)</a:t>
            </a:r>
          </a:p>
        </p:txBody>
      </p:sp>
      <p:sp>
        <p:nvSpPr>
          <p:cNvPr id="21" name="TextBox 20"/>
          <p:cNvSpPr txBox="1"/>
          <p:nvPr/>
        </p:nvSpPr>
        <p:spPr>
          <a:xfrm>
            <a:off x="4069080" y="3822191"/>
            <a:ext cx="4389120" cy="566928"/>
          </a:xfrm>
          <a:prstGeom prst="rect">
            <a:avLst/>
          </a:prstGeom>
          <a:noFill/>
        </p:spPr>
        <p:txBody>
          <a:bodyPr wrap="square" anchor="ctr" lIns="0" rIns="0" tIns="0" bIns="0">
            <a:spAutoFit/>
          </a:bodyPr>
          <a:lstStyle/>
          <a:p>
            <a:pPr algn="l">
              <a:spcAft>
                <a:spcPts val="0"/>
              </a:spcAft>
            </a:pPr>
            <a:r>
              <a:rPr sz="1200" b="1" i="0">
                <a:solidFill>
                  <a:srgbClr val="08447C"/>
                </a:solidFill>
                <a:latin typeface="Montserrat"/>
              </a:rPr>
              <a:t>CONJUNTOS GRANDES</a:t>
            </a:r>
          </a:p>
          <a:p>
            <a:pPr algn="l">
              <a:spcAft>
                <a:spcPts val="0"/>
              </a:spcAft>
            </a:pPr>
            <a:r>
              <a:rPr sz="1100" b="0" i="0">
                <a:solidFill>
                  <a:srgbClr val="464747"/>
                </a:solidFill>
                <a:latin typeface="Montserrat"/>
              </a:rPr>
              <a:t>pruebas poco fiables al condicionar mucho</a:t>
            </a:r>
          </a:p>
        </p:txBody>
      </p:sp>
      <p:sp>
        <p:nvSpPr>
          <p:cNvPr id="22" name="lim-3"/>
          <p:cNvSpPr/>
          <p:nvPr/>
        </p:nvSpPr>
        <p:spPr>
          <a:xfrm>
            <a:off x="3246120" y="4553712"/>
            <a:ext cx="5349240" cy="676656"/>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383280" y="4553712"/>
            <a:ext cx="685800" cy="676656"/>
          </a:xfrm>
          <a:prstGeom prst="rect">
            <a:avLst/>
          </a:prstGeom>
          <a:noFill/>
        </p:spPr>
        <p:txBody>
          <a:bodyPr wrap="square" anchor="ctr" lIns="0" rIns="0" tIns="0" bIns="0">
            <a:spAutoFit/>
          </a:bodyPr>
          <a:lstStyle/>
          <a:p>
            <a:pPr algn="l">
              <a:spcAft>
                <a:spcPts val="600"/>
              </a:spcAft>
            </a:pPr>
            <a:r>
              <a:rPr sz="1500" b="1" i="0">
                <a:solidFill>
                  <a:srgbClr val="2899F9"/>
                </a:solidFill>
                <a:latin typeface="Montserrat"/>
              </a:rPr>
              <a:t>(iv)</a:t>
            </a:r>
          </a:p>
        </p:txBody>
      </p:sp>
      <p:sp>
        <p:nvSpPr>
          <p:cNvPr id="24" name="TextBox 23"/>
          <p:cNvSpPr txBox="1"/>
          <p:nvPr/>
        </p:nvSpPr>
        <p:spPr>
          <a:xfrm>
            <a:off x="4069080" y="4608576"/>
            <a:ext cx="4389120" cy="566928"/>
          </a:xfrm>
          <a:prstGeom prst="rect">
            <a:avLst/>
          </a:prstGeom>
          <a:noFill/>
        </p:spPr>
        <p:txBody>
          <a:bodyPr wrap="square" anchor="ctr" lIns="0" rIns="0" tIns="0" bIns="0">
            <a:spAutoFit/>
          </a:bodyPr>
          <a:lstStyle/>
          <a:p>
            <a:pPr algn="l">
              <a:spcAft>
                <a:spcPts val="0"/>
              </a:spcAft>
            </a:pPr>
            <a:r>
              <a:rPr sz="1200" b="1" i="0">
                <a:solidFill>
                  <a:srgbClr val="08447C"/>
                </a:solidFill>
                <a:latin typeface="Montserrat"/>
              </a:rPr>
              <a:t>COSTE COMPUTACIONAL</a:t>
            </a:r>
          </a:p>
          <a:p>
            <a:pPr algn="l">
              <a:spcAft>
                <a:spcPts val="0"/>
              </a:spcAft>
            </a:pPr>
            <a:r>
              <a:rPr sz="1100" b="0" i="0">
                <a:solidFill>
                  <a:srgbClr val="464747"/>
                </a:solidFill>
                <a:latin typeface="Montserrat"/>
              </a:rPr>
              <a:t>miles de pruebas</a:t>
            </a:r>
          </a:p>
        </p:txBody>
      </p:sp>
      <p:sp>
        <p:nvSpPr>
          <p:cNvPr id="25" name="lim-4"/>
          <p:cNvSpPr/>
          <p:nvPr/>
        </p:nvSpPr>
        <p:spPr>
          <a:xfrm>
            <a:off x="3246120" y="5340096"/>
            <a:ext cx="5349240" cy="676656"/>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383280" y="5340096"/>
            <a:ext cx="685800" cy="676656"/>
          </a:xfrm>
          <a:prstGeom prst="rect">
            <a:avLst/>
          </a:prstGeom>
          <a:noFill/>
        </p:spPr>
        <p:txBody>
          <a:bodyPr wrap="square" anchor="ctr" lIns="0" rIns="0" tIns="0" bIns="0">
            <a:spAutoFit/>
          </a:bodyPr>
          <a:lstStyle/>
          <a:p>
            <a:pPr algn="l">
              <a:spcAft>
                <a:spcPts val="600"/>
              </a:spcAft>
            </a:pPr>
            <a:r>
              <a:rPr sz="1500" b="1" i="0">
                <a:solidFill>
                  <a:srgbClr val="2899F9"/>
                </a:solidFill>
                <a:latin typeface="Montserrat"/>
              </a:rPr>
              <a:t>(v)</a:t>
            </a:r>
          </a:p>
        </p:txBody>
      </p:sp>
      <p:sp>
        <p:nvSpPr>
          <p:cNvPr id="27" name="TextBox 26"/>
          <p:cNvSpPr txBox="1"/>
          <p:nvPr/>
        </p:nvSpPr>
        <p:spPr>
          <a:xfrm>
            <a:off x="4069080" y="5394959"/>
            <a:ext cx="4389120" cy="566928"/>
          </a:xfrm>
          <a:prstGeom prst="rect">
            <a:avLst/>
          </a:prstGeom>
          <a:noFill/>
        </p:spPr>
        <p:txBody>
          <a:bodyPr wrap="square" anchor="ctr" lIns="0" rIns="0" tIns="0" bIns="0">
            <a:spAutoFit/>
          </a:bodyPr>
          <a:lstStyle/>
          <a:p>
            <a:pPr algn="l">
              <a:spcAft>
                <a:spcPts val="0"/>
              </a:spcAft>
            </a:pPr>
            <a:r>
              <a:rPr sz="1200" b="1" i="0">
                <a:solidFill>
                  <a:srgbClr val="08447C"/>
                </a:solidFill>
                <a:latin typeface="Montserrat"/>
              </a:rPr>
              <a:t>SUPUESTOS RÍGIDOS</a:t>
            </a:r>
          </a:p>
          <a:p>
            <a:pPr algn="l">
              <a:spcAft>
                <a:spcPts val="0"/>
              </a:spcAft>
            </a:pPr>
            <a:r>
              <a:rPr sz="1100" b="0" i="0">
                <a:solidFill>
                  <a:srgbClr val="464747"/>
                </a:solidFill>
                <a:latin typeface="Montserrat"/>
              </a:rPr>
              <a:t>i.i.d., fidelidad, sin variables ocultas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¿Funciona el PC con más variables que observaciones?</a:t>
            </a:r>
          </a:p>
        </p:txBody>
      </p:sp>
      <p:sp>
        <p:nvSpPr>
          <p:cNvPr id="7" name="Text Placeholder 6"/>
          <p:cNvSpPr>
            <a:spLocks noGrp="1"/>
          </p:cNvSpPr>
          <p:nvPr>
            <p:ph type="body" idx="35" sz="quarter"/>
          </p:nvPr>
        </p:nvSpPr>
        <p:spPr>
          <a:xfrm>
            <a:off x="548640" y="1005840"/>
            <a:ext cx="8046720" cy="566928"/>
          </a:xfrm>
        </p:spPr>
        <p:txBody>
          <a:bodyPr/>
          <a:lstStyle/>
          <a:p>
            <a:r>
              <a:rPr sz="2800"/>
              <a:t>(i) Alta dimensión</a:t>
            </a:r>
          </a:p>
        </p:txBody>
      </p:sp>
      <p:sp>
        <p:nvSpPr>
          <p:cNvPr id="8" name="hd-stat"/>
          <p:cNvSpPr/>
          <p:nvPr/>
        </p:nvSpPr>
        <p:spPr>
          <a:xfrm>
            <a:off x="548640" y="2194560"/>
            <a:ext cx="3291840" cy="1920240"/>
          </a:xfrm>
          <a:prstGeom prst="roundRect">
            <a:avLst>
              <a:gd name="adj" fmla="val 8000"/>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331720"/>
            <a:ext cx="3291840" cy="914400"/>
          </a:xfrm>
          <a:prstGeom prst="rect">
            <a:avLst/>
          </a:prstGeom>
          <a:noFill/>
        </p:spPr>
        <p:txBody>
          <a:bodyPr wrap="square" anchor="t" lIns="0" rIns="0" tIns="0" bIns="0">
            <a:spAutoFit/>
          </a:bodyPr>
          <a:lstStyle/>
          <a:p>
            <a:pPr algn="ctr">
              <a:spcAft>
                <a:spcPts val="600"/>
              </a:spcAft>
            </a:pPr>
            <a:r>
              <a:rPr sz="4800" b="1" i="0">
                <a:solidFill>
                  <a:srgbClr val="FFFFFF"/>
                </a:solidFill>
                <a:latin typeface="Montserrat"/>
              </a:rPr>
              <a:t>p ≫ n</a:t>
            </a:r>
          </a:p>
        </p:txBody>
      </p:sp>
      <p:sp>
        <p:nvSpPr>
          <p:cNvPr id="10" name="TextBox 9"/>
          <p:cNvSpPr txBox="1"/>
          <p:nvPr/>
        </p:nvSpPr>
        <p:spPr>
          <a:xfrm>
            <a:off x="731520" y="3291840"/>
            <a:ext cx="2926080" cy="731520"/>
          </a:xfrm>
          <a:prstGeom prst="rect">
            <a:avLst/>
          </a:prstGeom>
          <a:noFill/>
        </p:spPr>
        <p:txBody>
          <a:bodyPr wrap="square" anchor="t" lIns="0" rIns="0" tIns="0" bIns="0">
            <a:spAutoFit/>
          </a:bodyPr>
          <a:lstStyle/>
          <a:p>
            <a:pPr algn="ctr">
              <a:spcAft>
                <a:spcPts val="600"/>
              </a:spcAft>
            </a:pPr>
            <a:r>
              <a:rPr sz="1200" b="0" i="0">
                <a:solidFill>
                  <a:srgbClr val="FFFFFF"/>
                </a:solidFill>
                <a:latin typeface="Montserrat"/>
              </a:rPr>
              <a:t>más variables (p) que observaciones (n)</a:t>
            </a:r>
          </a:p>
        </p:txBody>
      </p:sp>
      <p:sp>
        <p:nvSpPr>
          <p:cNvPr id="11" name="hd-kalisch"/>
          <p:cNvSpPr/>
          <p:nvPr/>
        </p:nvSpPr>
        <p:spPr>
          <a:xfrm>
            <a:off x="4069080" y="2194560"/>
            <a:ext cx="4526280" cy="19202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51960" y="2304288"/>
            <a:ext cx="420624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KALISCH Y BÜHLMANN (2007)</a:t>
            </a:r>
          </a:p>
        </p:txBody>
      </p:sp>
      <p:sp>
        <p:nvSpPr>
          <p:cNvPr id="13" name="TextBox 12"/>
          <p:cNvSpPr txBox="1"/>
          <p:nvPr/>
        </p:nvSpPr>
        <p:spPr>
          <a:xfrm>
            <a:off x="4251960" y="2670048"/>
            <a:ext cx="4206240" cy="320040"/>
          </a:xfrm>
          <a:prstGeom prst="rect">
            <a:avLst/>
          </a:prstGeom>
          <a:noFill/>
        </p:spPr>
        <p:txBody>
          <a:bodyPr wrap="square" anchor="t" lIns="0" rIns="0" tIns="0" bIns="0">
            <a:spAutoFit/>
          </a:bodyPr>
          <a:lstStyle/>
          <a:p>
            <a:pPr algn="l">
              <a:spcAft>
                <a:spcPts val="200"/>
              </a:spcAft>
            </a:pPr>
            <a:r>
              <a:rPr sz="1100" b="0" i="0">
                <a:solidFill>
                  <a:srgbClr val="464747"/>
                </a:solidFill>
                <a:latin typeface="Montserrat"/>
              </a:rPr>
              <a:t>El PC es consistente en alta dimensión si:</a:t>
            </a:r>
          </a:p>
        </p:txBody>
      </p:sp>
      <p:sp>
        <p:nvSpPr>
          <p:cNvPr id="14" name="TextBox 13"/>
          <p:cNvSpPr txBox="1"/>
          <p:nvPr/>
        </p:nvSpPr>
        <p:spPr>
          <a:xfrm>
            <a:off x="4251960" y="2990088"/>
            <a:ext cx="4206240" cy="1097280"/>
          </a:xfrm>
          <a:prstGeom prst="rect">
            <a:avLst/>
          </a:prstGeom>
          <a:noFill/>
        </p:spPr>
        <p:txBody>
          <a:bodyPr wrap="square" anchor="t" lIns="0" rIns="0" tIns="0" bIns="0">
            <a:spAutoFit/>
          </a:bodyPr>
          <a:lstStyle/>
          <a:p>
            <a:pPr algn="l" marL="182880" indent="-182880">
              <a:spcAft>
                <a:spcPts val="200"/>
              </a:spcAft>
              <a:buFont typeface="Arial"/>
              <a:buChar char="•"/>
            </a:pPr>
            <a:r>
              <a:rPr sz="1100" b="0" i="0">
                <a:solidFill>
                  <a:srgbClr val="464747"/>
                </a:solidFill>
                <a:latin typeface="Montserrat"/>
              </a:rPr>
              <a:t>el grafo es poco denso (pocos vecinos)</a:t>
            </a:r>
          </a:p>
          <a:p>
            <a:pPr algn="l" marL="182880" indent="-182880">
              <a:spcAft>
                <a:spcPts val="200"/>
              </a:spcAft>
              <a:buFont typeface="Arial"/>
              <a:buChar char="•"/>
            </a:pPr>
            <a:r>
              <a:rPr sz="1100" b="0" i="0">
                <a:solidFill>
                  <a:srgbClr val="464747"/>
                </a:solidFill>
                <a:latin typeface="Montserrat"/>
              </a:rPr>
              <a:t>los datos son gaussianos</a:t>
            </a:r>
          </a:p>
          <a:p>
            <a:pPr algn="l" marL="182880" indent="-182880">
              <a:spcAft>
                <a:spcPts val="200"/>
              </a:spcAft>
              <a:buFont typeface="Arial"/>
              <a:buChar char="•"/>
            </a:pPr>
            <a:r>
              <a:rPr sz="1100" b="0" i="0">
                <a:solidFill>
                  <a:srgbClr val="464747"/>
                </a:solidFill>
                <a:latin typeface="Montserrat"/>
              </a:rPr>
              <a:t>el nivel de significación α disminuye con n</a:t>
            </a:r>
          </a:p>
        </p:txBody>
      </p:sp>
      <p:sp>
        <p:nvSpPr>
          <p:cNvPr id="15" name="hd-uhler"/>
          <p:cNvSpPr/>
          <p:nvPr/>
        </p:nvSpPr>
        <p:spPr>
          <a:xfrm>
            <a:off x="548640" y="4343400"/>
            <a:ext cx="8046720" cy="173736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 y="4480560"/>
            <a:ext cx="758952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LA LETRA PEQUEÑA: FIDELIDAD FUERTE  ·  UHLER ET AL. (2013)</a:t>
            </a:r>
          </a:p>
        </p:txBody>
      </p:sp>
      <p:sp>
        <p:nvSpPr>
          <p:cNvPr id="17" name="TextBox 16"/>
          <p:cNvSpPr txBox="1"/>
          <p:nvPr/>
        </p:nvSpPr>
        <p:spPr>
          <a:xfrm>
            <a:off x="777240" y="4892040"/>
            <a:ext cx="7589520" cy="1097280"/>
          </a:xfrm>
          <a:prstGeom prst="rect">
            <a:avLst/>
          </a:prstGeom>
          <a:noFill/>
        </p:spPr>
        <p:txBody>
          <a:bodyPr wrap="square" anchor="t" lIns="0" rIns="0" tIns="0" bIns="0">
            <a:spAutoFit/>
          </a:bodyPr>
          <a:lstStyle/>
          <a:p>
            <a:pPr algn="l" marL="182880" indent="-182880">
              <a:spcAft>
                <a:spcPts val="400"/>
              </a:spcAft>
              <a:buFont typeface="Arial"/>
              <a:buChar char="•"/>
            </a:pPr>
            <a:r>
              <a:rPr sz="1200" b="0" i="0">
                <a:solidFill>
                  <a:srgbClr val="FFFFFF"/>
                </a:solidFill>
                <a:latin typeface="Montserrat"/>
              </a:rPr>
              <a:t>La prueba exige que las dependencias reales no sean demasiado débiles.</a:t>
            </a:r>
          </a:p>
          <a:p>
            <a:pPr algn="l" marL="182880" indent="-182880">
              <a:spcAft>
                <a:spcPts val="400"/>
              </a:spcAft>
              <a:buFont typeface="Arial"/>
              <a:buChar char="•"/>
            </a:pPr>
            <a:r>
              <a:rPr sz="1200" b="0" i="0">
                <a:solidFill>
                  <a:srgbClr val="FFFFFF"/>
                </a:solidFill>
                <a:latin typeface="Montserrat"/>
              </a:rPr>
              <a:t>Las distribuciones que incumplen esta condición no son casos raros: pueden ser una fracción sorprendentemente grande. Por eso el PC es frágil con muestras finitas.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Reordenar las columnas no debería cambiar el resultado</a:t>
            </a:r>
          </a:p>
        </p:txBody>
      </p:sp>
      <p:sp>
        <p:nvSpPr>
          <p:cNvPr id="7" name="Text Placeholder 6"/>
          <p:cNvSpPr>
            <a:spLocks noGrp="1"/>
          </p:cNvSpPr>
          <p:nvPr>
            <p:ph type="body" idx="35" sz="quarter"/>
          </p:nvPr>
        </p:nvSpPr>
        <p:spPr>
          <a:xfrm>
            <a:off x="548640" y="1005840"/>
            <a:ext cx="8046720" cy="566928"/>
          </a:xfrm>
        </p:spPr>
        <p:txBody>
          <a:bodyPr/>
          <a:lstStyle/>
          <a:p>
            <a:r>
              <a:rPr sz="2800"/>
              <a:t>(ii) Dependencia del orden</a:t>
            </a:r>
          </a:p>
        </p:txBody>
      </p:sp>
      <p:sp>
        <p:nvSpPr>
          <p:cNvPr id="8" name="order-col-0"/>
          <p:cNvSpPr/>
          <p:nvPr/>
        </p:nvSpPr>
        <p:spPr>
          <a:xfrm>
            <a:off x="548640" y="2194560"/>
            <a:ext cx="3931920" cy="2651760"/>
          </a:xfrm>
          <a:prstGeom prst="roundRect">
            <a:avLst>
              <a:gd name="adj" fmla="val 8000"/>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2331720"/>
            <a:ext cx="3474720" cy="457200"/>
          </a:xfrm>
          <a:prstGeom prst="rect">
            <a:avLst/>
          </a:prstGeom>
          <a:noFill/>
        </p:spPr>
        <p:txBody>
          <a:bodyPr wrap="square" anchor="t" lIns="0" rIns="0" tIns="0" bIns="0">
            <a:spAutoFit/>
          </a:bodyPr>
          <a:lstStyle/>
          <a:p>
            <a:pPr algn="l">
              <a:spcAft>
                <a:spcPts val="600"/>
              </a:spcAft>
            </a:pPr>
            <a:r>
              <a:rPr sz="1200" b="1" i="0">
                <a:solidFill>
                  <a:srgbClr val="FFFFFF"/>
                </a:solidFill>
                <a:latin typeface="Montserrat"/>
              </a:rPr>
              <a:t>PC ORIGINAL</a:t>
            </a:r>
          </a:p>
        </p:txBody>
      </p:sp>
      <p:sp>
        <p:nvSpPr>
          <p:cNvPr id="10" name="TextBox 9"/>
          <p:cNvSpPr txBox="1"/>
          <p:nvPr/>
        </p:nvSpPr>
        <p:spPr>
          <a:xfrm>
            <a:off x="777240" y="2834640"/>
            <a:ext cx="3474720" cy="1920240"/>
          </a:xfrm>
          <a:prstGeom prst="rect">
            <a:avLst/>
          </a:prstGeom>
          <a:noFill/>
        </p:spPr>
        <p:txBody>
          <a:bodyPr wrap="square" anchor="t" lIns="0" rIns="0" tIns="0" bIns="0">
            <a:spAutoFit/>
          </a:bodyPr>
          <a:lstStyle/>
          <a:p>
            <a:pPr algn="l" marL="182880" indent="-182880">
              <a:spcAft>
                <a:spcPts val="600"/>
              </a:spcAft>
              <a:buFont typeface="Arial"/>
              <a:buChar char="•"/>
            </a:pPr>
            <a:r>
              <a:rPr sz="1200" b="0" i="0">
                <a:solidFill>
                  <a:srgbClr val="FFFFFF"/>
                </a:solidFill>
                <a:latin typeface="Montserrat"/>
              </a:rPr>
              <a:t>Elimina una arista y actualiza los vecinos al instante</a:t>
            </a:r>
          </a:p>
          <a:p>
            <a:pPr algn="l" marL="182880" indent="-182880">
              <a:spcAft>
                <a:spcPts val="600"/>
              </a:spcAft>
              <a:buFont typeface="Arial"/>
              <a:buChar char="•"/>
            </a:pPr>
            <a:r>
              <a:rPr sz="1200" b="0" i="0">
                <a:solidFill>
                  <a:srgbClr val="FFFFFF"/>
                </a:solidFill>
                <a:latin typeface="Montserrat"/>
              </a:rPr>
              <a:t>Las pruebas siguientes dependen de lo que ya se eliminó</a:t>
            </a:r>
          </a:p>
          <a:p>
            <a:pPr algn="l" marL="182880" indent="-182880">
              <a:spcAft>
                <a:spcPts val="600"/>
              </a:spcAft>
              <a:buFont typeface="Arial"/>
              <a:buChar char="•"/>
            </a:pPr>
            <a:r>
              <a:rPr sz="1200" b="0" i="0">
                <a:solidFill>
                  <a:srgbClr val="FFFFFF"/>
                </a:solidFill>
                <a:latin typeface="Montserrat"/>
              </a:rPr>
              <a:t>Distinto orden de variables → grafo distinto</a:t>
            </a:r>
          </a:p>
        </p:txBody>
      </p:sp>
      <p:sp>
        <p:nvSpPr>
          <p:cNvPr id="11" name="order-col-1"/>
          <p:cNvSpPr/>
          <p:nvPr/>
        </p:nvSpPr>
        <p:spPr>
          <a:xfrm>
            <a:off x="4663440" y="2194560"/>
            <a:ext cx="3931920" cy="265176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92040" y="2331720"/>
            <a:ext cx="3474720" cy="457200"/>
          </a:xfrm>
          <a:prstGeom prst="rect">
            <a:avLst/>
          </a:prstGeom>
          <a:noFill/>
        </p:spPr>
        <p:txBody>
          <a:bodyPr wrap="square" anchor="t" lIns="0" rIns="0" tIns="0" bIns="0">
            <a:spAutoFit/>
          </a:bodyPr>
          <a:lstStyle/>
          <a:p>
            <a:pPr algn="l">
              <a:spcAft>
                <a:spcPts val="600"/>
              </a:spcAft>
            </a:pPr>
            <a:r>
              <a:rPr sz="1200" b="1" i="0">
                <a:solidFill>
                  <a:srgbClr val="FFFFFF"/>
                </a:solidFill>
                <a:latin typeface="Montserrat"/>
              </a:rPr>
              <a:t>PC-STABLE · COLOMBO Y MAATHUIS (2014)</a:t>
            </a:r>
          </a:p>
        </p:txBody>
      </p:sp>
      <p:sp>
        <p:nvSpPr>
          <p:cNvPr id="13" name="TextBox 12"/>
          <p:cNvSpPr txBox="1"/>
          <p:nvPr/>
        </p:nvSpPr>
        <p:spPr>
          <a:xfrm>
            <a:off x="4892040" y="2834640"/>
            <a:ext cx="3474720" cy="1920240"/>
          </a:xfrm>
          <a:prstGeom prst="rect">
            <a:avLst/>
          </a:prstGeom>
          <a:noFill/>
        </p:spPr>
        <p:txBody>
          <a:bodyPr wrap="square" anchor="t" lIns="0" rIns="0" tIns="0" bIns="0">
            <a:spAutoFit/>
          </a:bodyPr>
          <a:lstStyle/>
          <a:p>
            <a:pPr algn="l" marL="182880" indent="-182880">
              <a:spcAft>
                <a:spcPts val="600"/>
              </a:spcAft>
              <a:buFont typeface="Arial"/>
              <a:buChar char="•"/>
            </a:pPr>
            <a:r>
              <a:rPr sz="1200" b="0" i="0">
                <a:solidFill>
                  <a:srgbClr val="FFFFFF"/>
                </a:solidFill>
                <a:latin typeface="Montserrat"/>
              </a:rPr>
              <a:t>Congela la lista de vecinos al inicio de cada nivel</a:t>
            </a:r>
          </a:p>
          <a:p>
            <a:pPr algn="l" marL="182880" indent="-182880">
              <a:spcAft>
                <a:spcPts val="600"/>
              </a:spcAft>
              <a:buFont typeface="Arial"/>
              <a:buChar char="•"/>
            </a:pPr>
            <a:r>
              <a:rPr sz="1200" b="0" i="0">
                <a:solidFill>
                  <a:srgbClr val="FFFFFF"/>
                </a:solidFill>
                <a:latin typeface="Montserrat"/>
              </a:rPr>
              <a:t>Todas las pruebas del nivel usan la misma lista</a:t>
            </a:r>
          </a:p>
          <a:p>
            <a:pPr algn="l" marL="182880" indent="-182880">
              <a:spcAft>
                <a:spcPts val="600"/>
              </a:spcAft>
              <a:buFont typeface="Arial"/>
              <a:buChar char="•"/>
            </a:pPr>
            <a:r>
              <a:rPr sz="1200" b="0" i="0">
                <a:solidFill>
                  <a:srgbClr val="FFFFFF"/>
                </a:solidFill>
                <a:latin typeface="Montserrat"/>
              </a:rPr>
              <a:t>Esqueleto independiente del orden</a:t>
            </a:r>
          </a:p>
        </p:txBody>
      </p:sp>
      <p:cxnSp>
        <p:nvCxnSpPr>
          <p:cNvPr id="14" name="Connector 13"/>
          <p:cNvCxnSpPr/>
          <p:nvPr/>
        </p:nvCxnSpPr>
        <p:spPr>
          <a:xfrm>
            <a:off x="4498848" y="3520440"/>
            <a:ext cx="146304" cy="0"/>
          </a:xfrm>
          <a:prstGeom prst="line">
            <a:avLst/>
          </a:prstGeom>
          <a:ln w="31750">
            <a:solidFill>
              <a:srgbClr val="4647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rder-cpc"/>
          <p:cNvSpPr/>
          <p:nvPr/>
        </p:nvSpPr>
        <p:spPr>
          <a:xfrm>
            <a:off x="548640" y="5029200"/>
            <a:ext cx="5120640" cy="1051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5102352"/>
            <a:ext cx="4754880" cy="914400"/>
          </a:xfrm>
          <a:prstGeom prst="rect">
            <a:avLst/>
          </a:prstGeom>
          <a:noFill/>
        </p:spPr>
        <p:txBody>
          <a:bodyPr wrap="square" anchor="t" lIns="0" rIns="0" tIns="0" bIns="0">
            <a:spAutoFit/>
          </a:bodyPr>
          <a:lstStyle/>
          <a:p>
            <a:pPr algn="l">
              <a:spcAft>
                <a:spcPts val="200"/>
              </a:spcAft>
            </a:pPr>
            <a:r>
              <a:rPr sz="1100" b="1" i="0">
                <a:solidFill>
                  <a:srgbClr val="08447C"/>
                </a:solidFill>
                <a:latin typeface="Montserrat"/>
              </a:rPr>
              <a:t>Para las flechas: CPC </a:t>
            </a:r>
            <a:r>
              <a:rPr sz="1100" b="0" i="0">
                <a:solidFill>
                  <a:srgbClr val="08447C"/>
                </a:solidFill>
                <a:latin typeface="Montserrat"/>
              </a:rPr>
              <a:t>(Ramsey et al., 2006)</a:t>
            </a:r>
          </a:p>
          <a:p>
            <a:pPr algn="l">
              <a:spcAft>
                <a:spcPts val="200"/>
              </a:spcAft>
            </a:pPr>
            <a:r>
              <a:rPr sz="1100" b="0" i="0">
                <a:solidFill>
                  <a:srgbClr val="464747"/>
                </a:solidFill>
                <a:latin typeface="Montserrat"/>
              </a:rPr>
              <a:t>Orienta un colisor solo si todos los separadores coinciden; si no, lo marca como ambiguo.</a:t>
            </a:r>
          </a:p>
        </p:txBody>
      </p:sp>
      <p:sp>
        <p:nvSpPr>
          <p:cNvPr id="17" name="order-cost"/>
          <p:cNvSpPr/>
          <p:nvPr/>
        </p:nvSpPr>
        <p:spPr>
          <a:xfrm>
            <a:off x="5852160" y="5029200"/>
            <a:ext cx="2743200" cy="105156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spcAft>
                <a:spcPts val="200"/>
              </a:spcAft>
            </a:pPr>
            <a:r>
              <a:rPr sz="1200" b="1" i="0">
                <a:solidFill>
                  <a:srgbClr val="FFFFFF"/>
                </a:solidFill>
                <a:latin typeface="Montserrat"/>
              </a:rPr>
              <a:t>Precio: </a:t>
            </a:r>
            <a:r>
              <a:rPr sz="1200" b="0" i="0">
                <a:solidFill>
                  <a:srgbClr val="FFFFFF"/>
                </a:solidFill>
                <a:latin typeface="Montserrat"/>
              </a:rPr>
              <a:t>más pruebas  →  (iv)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Condicionar en muchas variables deja pocos datos por celda</a:t>
            </a:r>
          </a:p>
        </p:txBody>
      </p:sp>
      <p:sp>
        <p:nvSpPr>
          <p:cNvPr id="7" name="Text Placeholder 6"/>
          <p:cNvSpPr>
            <a:spLocks noGrp="1"/>
          </p:cNvSpPr>
          <p:nvPr>
            <p:ph type="body" idx="35" sz="quarter"/>
          </p:nvPr>
        </p:nvSpPr>
        <p:spPr>
          <a:xfrm>
            <a:off x="548640" y="1005840"/>
            <a:ext cx="8046720" cy="566928"/>
          </a:xfrm>
        </p:spPr>
        <p:txBody>
          <a:bodyPr/>
          <a:lstStyle/>
          <a:p>
            <a:r>
              <a:rPr sz="2800"/>
              <a:t>(iii) Conjuntos grandes</a:t>
            </a:r>
          </a:p>
        </p:txBody>
      </p:sp>
      <p:graphicFrame>
        <p:nvGraphicFramePr>
          <p:cNvPr id="8" name="cells-chart"/>
          <p:cNvGraphicFramePr>
            <a:graphicFrameLocks noGrp="1"/>
          </p:cNvGraphicFramePr>
          <p:nvPr/>
        </p:nvGraphicFramePr>
        <p:xfrm>
          <a:off x="548640" y="2148840"/>
          <a:ext cx="4206240" cy="3108960"/>
        </p:xfrm>
        <a:graphic>
          <a:graphicData uri="http://schemas.openxmlformats.org/drawingml/2006/chart">
            <c:chart xmlns:c="http://schemas.openxmlformats.org/drawingml/2006/chart" r:id="rId3"/>
          </a:graphicData>
        </a:graphic>
      </p:graphicFrame>
      <p:sp>
        <p:nvSpPr>
          <p:cNvPr id="9" name="TextBox 8"/>
          <p:cNvSpPr txBox="1"/>
          <p:nvPr/>
        </p:nvSpPr>
        <p:spPr>
          <a:xfrm>
            <a:off x="548640" y="5349240"/>
            <a:ext cx="4206240" cy="731520"/>
          </a:xfrm>
          <a:prstGeom prst="rect">
            <a:avLst/>
          </a:prstGeom>
          <a:noFill/>
        </p:spPr>
        <p:txBody>
          <a:bodyPr wrap="square" anchor="t" lIns="0" rIns="0" tIns="0" bIns="0">
            <a:spAutoFit/>
          </a:bodyPr>
          <a:lstStyle/>
          <a:p>
            <a:pPr algn="l">
              <a:spcAft>
                <a:spcPts val="600"/>
              </a:spcAft>
            </a:pPr>
            <a:r>
              <a:rPr sz="1100" b="0" i="1">
                <a:solidFill>
                  <a:srgbClr val="7F7F7F"/>
                </a:solidFill>
                <a:latin typeface="Montserrat"/>
              </a:rPr>
              <a:t>Con |S| = 6 ya hay 256 celdas: menos de 4 datos en cada una.</a:t>
            </a:r>
          </a:p>
        </p:txBody>
      </p:sp>
      <p:sp>
        <p:nvSpPr>
          <p:cNvPr id="10" name="big-sol-0"/>
          <p:cNvSpPr/>
          <p:nvPr/>
        </p:nvSpPr>
        <p:spPr>
          <a:xfrm>
            <a:off x="4983480" y="2148840"/>
            <a:ext cx="3611880" cy="178308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166360" y="2286000"/>
            <a:ext cx="3246120" cy="365760"/>
          </a:xfrm>
          <a:prstGeom prst="rect">
            <a:avLst/>
          </a:prstGeom>
          <a:noFill/>
        </p:spPr>
        <p:txBody>
          <a:bodyPr wrap="square" anchor="t" lIns="0" rIns="0" tIns="0" bIns="0">
            <a:spAutoFit/>
          </a:bodyPr>
          <a:lstStyle/>
          <a:p>
            <a:pPr algn="l">
              <a:spcAft>
                <a:spcPts val="600"/>
              </a:spcAft>
            </a:pPr>
            <a:r>
              <a:rPr sz="1200" b="1" i="0">
                <a:solidFill>
                  <a:srgbClr val="08447C"/>
                </a:solidFill>
                <a:latin typeface="Montserrat"/>
              </a:rPr>
              <a:t>ABELLÁN ET AL. (2006)</a:t>
            </a:r>
          </a:p>
        </p:txBody>
      </p:sp>
      <p:sp>
        <p:nvSpPr>
          <p:cNvPr id="12" name="TextBox 11"/>
          <p:cNvSpPr txBox="1"/>
          <p:nvPr/>
        </p:nvSpPr>
        <p:spPr>
          <a:xfrm>
            <a:off x="5166360" y="2697480"/>
            <a:ext cx="3246120" cy="1188720"/>
          </a:xfrm>
          <a:prstGeom prst="rect">
            <a:avLst/>
          </a:prstGeom>
          <a:noFill/>
        </p:spPr>
        <p:txBody>
          <a:bodyPr wrap="square" anchor="t" lIns="0" rIns="0" tIns="0" bIns="0">
            <a:spAutoFit/>
          </a:bodyPr>
          <a:lstStyle/>
          <a:p>
            <a:pPr algn="l">
              <a:spcAft>
                <a:spcPts val="600"/>
              </a:spcAft>
            </a:pPr>
            <a:r>
              <a:rPr sz="1200" b="0" i="0">
                <a:solidFill>
                  <a:srgbClr val="464747"/>
                </a:solidFill>
                <a:latin typeface="Montserrat"/>
              </a:rPr>
              <a:t>Cortes mínimos para usar conjuntos más pequeños y una prueba bayesiana (BD) en lugar de χ².</a:t>
            </a:r>
          </a:p>
        </p:txBody>
      </p:sp>
      <p:sp>
        <p:nvSpPr>
          <p:cNvPr id="13" name="big-sol-1"/>
          <p:cNvSpPr/>
          <p:nvPr/>
        </p:nvSpPr>
        <p:spPr>
          <a:xfrm>
            <a:off x="4983480" y="4114800"/>
            <a:ext cx="3611880" cy="178308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66360" y="4251960"/>
            <a:ext cx="3246120" cy="365760"/>
          </a:xfrm>
          <a:prstGeom prst="rect">
            <a:avLst/>
          </a:prstGeom>
          <a:noFill/>
        </p:spPr>
        <p:txBody>
          <a:bodyPr wrap="square" anchor="t" lIns="0" rIns="0" tIns="0" bIns="0">
            <a:spAutoFit/>
          </a:bodyPr>
          <a:lstStyle/>
          <a:p>
            <a:pPr algn="l">
              <a:spcAft>
                <a:spcPts val="600"/>
              </a:spcAft>
            </a:pPr>
            <a:r>
              <a:rPr sz="1200" b="1" i="0">
                <a:solidFill>
                  <a:srgbClr val="FFFFFF"/>
                </a:solidFill>
                <a:latin typeface="Montserrat"/>
              </a:rPr>
              <a:t>K-PC · KOCAOGLU (2023)</a:t>
            </a:r>
          </a:p>
        </p:txBody>
      </p:sp>
      <p:sp>
        <p:nvSpPr>
          <p:cNvPr id="15" name="TextBox 14"/>
          <p:cNvSpPr txBox="1"/>
          <p:nvPr/>
        </p:nvSpPr>
        <p:spPr>
          <a:xfrm>
            <a:off x="5166360" y="4663440"/>
            <a:ext cx="3246120" cy="1188720"/>
          </a:xfrm>
          <a:prstGeom prst="rect">
            <a:avLst/>
          </a:prstGeom>
          <a:noFill/>
        </p:spPr>
        <p:txBody>
          <a:bodyPr wrap="square" anchor="t" lIns="0" rIns="0" tIns="0" bIns="0">
            <a:spAutoFit/>
          </a:bodyPr>
          <a:lstStyle/>
          <a:p>
            <a:pPr algn="l">
              <a:spcAft>
                <a:spcPts val="600"/>
              </a:spcAft>
            </a:pPr>
            <a:r>
              <a:rPr sz="1200" b="0" i="0">
                <a:solidFill>
                  <a:srgbClr val="FFFFFF"/>
                </a:solidFill>
                <a:latin typeface="Montserrat"/>
              </a:rPr>
              <a:t>Solo pruebas con |S| ≤ k: aprende una clase algo menos precisa, pero comete menos errores.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Las pruebas de un nivel son independientes: paralelizables</a:t>
            </a:r>
          </a:p>
        </p:txBody>
      </p:sp>
      <p:sp>
        <p:nvSpPr>
          <p:cNvPr id="7" name="Text Placeholder 6"/>
          <p:cNvSpPr>
            <a:spLocks noGrp="1"/>
          </p:cNvSpPr>
          <p:nvPr>
            <p:ph type="body" idx="35" sz="quarter"/>
          </p:nvPr>
        </p:nvSpPr>
        <p:spPr>
          <a:xfrm>
            <a:off x="548640" y="1005840"/>
            <a:ext cx="8046720" cy="566928"/>
          </a:xfrm>
        </p:spPr>
        <p:txBody>
          <a:bodyPr/>
          <a:lstStyle/>
          <a:p>
            <a:r>
              <a:rPr sz="2800"/>
              <a:t>(iv) Coste computacional</a:t>
            </a:r>
          </a:p>
        </p:txBody>
      </p:sp>
      <p:sp>
        <p:nvSpPr>
          <p:cNvPr id="8" name="par-stat"/>
          <p:cNvSpPr/>
          <p:nvPr/>
        </p:nvSpPr>
        <p:spPr>
          <a:xfrm>
            <a:off x="548640" y="2194560"/>
            <a:ext cx="3566160" cy="2194560"/>
          </a:xfrm>
          <a:prstGeom prst="roundRect">
            <a:avLst>
              <a:gd name="adj" fmla="val 8000"/>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331720"/>
            <a:ext cx="3566160" cy="822960"/>
          </a:xfrm>
          <a:prstGeom prst="rect">
            <a:avLst/>
          </a:prstGeom>
          <a:noFill/>
        </p:spPr>
        <p:txBody>
          <a:bodyPr wrap="square" anchor="t" lIns="0" rIns="0" tIns="0" bIns="0">
            <a:spAutoFit/>
          </a:bodyPr>
          <a:lstStyle/>
          <a:p>
            <a:pPr algn="ctr">
              <a:spcAft>
                <a:spcPts val="600"/>
              </a:spcAft>
            </a:pPr>
            <a:r>
              <a:rPr sz="3000" b="1" i="0">
                <a:solidFill>
                  <a:srgbClr val="FFFFFF"/>
                </a:solidFill>
                <a:latin typeface="Montserrat"/>
              </a:rPr>
              <a:t>&gt; 24 h  →  &lt; 6 h</a:t>
            </a:r>
          </a:p>
        </p:txBody>
      </p:sp>
      <p:sp>
        <p:nvSpPr>
          <p:cNvPr id="10" name="TextBox 9"/>
          <p:cNvSpPr txBox="1"/>
          <p:nvPr/>
        </p:nvSpPr>
        <p:spPr>
          <a:xfrm>
            <a:off x="731520" y="3154680"/>
            <a:ext cx="3200400" cy="1188720"/>
          </a:xfrm>
          <a:prstGeom prst="rect">
            <a:avLst/>
          </a:prstGeom>
          <a:noFill/>
        </p:spPr>
        <p:txBody>
          <a:bodyPr wrap="square" anchor="t" lIns="0" rIns="0" tIns="0" bIns="0">
            <a:spAutoFit/>
          </a:bodyPr>
          <a:lstStyle/>
          <a:p>
            <a:pPr algn="ctr">
              <a:spcAft>
                <a:spcPts val="400"/>
              </a:spcAft>
            </a:pPr>
            <a:r>
              <a:rPr sz="1200" b="0" i="0">
                <a:solidFill>
                  <a:srgbClr val="FFFFFF"/>
                </a:solidFill>
                <a:latin typeface="Montserrat"/>
              </a:rPr>
              <a:t>Parallel-PC (Le et al., 2019)</a:t>
            </a:r>
          </a:p>
          <a:p>
            <a:pPr algn="ctr">
              <a:spcAft>
                <a:spcPts val="400"/>
              </a:spcAft>
            </a:pPr>
            <a:r>
              <a:rPr sz="1200" b="0" i="0">
                <a:solidFill>
                  <a:srgbClr val="FFFFFF"/>
                </a:solidFill>
                <a:latin typeface="Montserrat"/>
              </a:rPr>
              <a:t>DREAM5: más de 1600 variables, 8 núcleos</a:t>
            </a:r>
          </a:p>
        </p:txBody>
      </p:sp>
      <p:sp>
        <p:nvSpPr>
          <p:cNvPr id="11" name="core-0"/>
          <p:cNvSpPr/>
          <p:nvPr/>
        </p:nvSpPr>
        <p:spPr>
          <a:xfrm>
            <a:off x="4434840" y="2194560"/>
            <a:ext cx="914400" cy="2194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34840" y="2267712"/>
            <a:ext cx="914400" cy="274320"/>
          </a:xfrm>
          <a:prstGeom prst="rect">
            <a:avLst/>
          </a:prstGeom>
          <a:noFill/>
        </p:spPr>
        <p:txBody>
          <a:bodyPr wrap="square" anchor="t" lIns="0" rIns="0" tIns="0" bIns="0">
            <a:spAutoFit/>
          </a:bodyPr>
          <a:lstStyle/>
          <a:p>
            <a:pPr algn="ctr">
              <a:spcAft>
                <a:spcPts val="600"/>
              </a:spcAft>
            </a:pPr>
            <a:r>
              <a:rPr sz="900" b="1" i="0">
                <a:solidFill>
                  <a:srgbClr val="08447C"/>
                </a:solidFill>
                <a:latin typeface="Montserrat"/>
              </a:rPr>
              <a:t>NÚCLEO 1</a:t>
            </a:r>
          </a:p>
        </p:txBody>
      </p:sp>
      <p:sp>
        <p:nvSpPr>
          <p:cNvPr id="13" name="test-0-0"/>
          <p:cNvSpPr/>
          <p:nvPr/>
        </p:nvSpPr>
        <p:spPr>
          <a:xfrm>
            <a:off x="4572000" y="265176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14" name="test-0-1"/>
          <p:cNvSpPr/>
          <p:nvPr/>
        </p:nvSpPr>
        <p:spPr>
          <a:xfrm>
            <a:off x="4572000" y="320040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15" name="test-0-2"/>
          <p:cNvSpPr/>
          <p:nvPr/>
        </p:nvSpPr>
        <p:spPr>
          <a:xfrm>
            <a:off x="4572000" y="3749039"/>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16" name="core-1"/>
          <p:cNvSpPr/>
          <p:nvPr/>
        </p:nvSpPr>
        <p:spPr>
          <a:xfrm>
            <a:off x="5486400" y="2194560"/>
            <a:ext cx="914400" cy="2194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86400" y="2267712"/>
            <a:ext cx="914400" cy="274320"/>
          </a:xfrm>
          <a:prstGeom prst="rect">
            <a:avLst/>
          </a:prstGeom>
          <a:noFill/>
        </p:spPr>
        <p:txBody>
          <a:bodyPr wrap="square" anchor="t" lIns="0" rIns="0" tIns="0" bIns="0">
            <a:spAutoFit/>
          </a:bodyPr>
          <a:lstStyle/>
          <a:p>
            <a:pPr algn="ctr">
              <a:spcAft>
                <a:spcPts val="600"/>
              </a:spcAft>
            </a:pPr>
            <a:r>
              <a:rPr sz="900" b="1" i="0">
                <a:solidFill>
                  <a:srgbClr val="08447C"/>
                </a:solidFill>
                <a:latin typeface="Montserrat"/>
              </a:rPr>
              <a:t>NÚCLEO 2</a:t>
            </a:r>
          </a:p>
        </p:txBody>
      </p:sp>
      <p:sp>
        <p:nvSpPr>
          <p:cNvPr id="18" name="test-1-0"/>
          <p:cNvSpPr/>
          <p:nvPr/>
        </p:nvSpPr>
        <p:spPr>
          <a:xfrm>
            <a:off x="5623560" y="265176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19" name="test-1-1"/>
          <p:cNvSpPr/>
          <p:nvPr/>
        </p:nvSpPr>
        <p:spPr>
          <a:xfrm>
            <a:off x="5623560" y="320040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0" name="test-1-2"/>
          <p:cNvSpPr/>
          <p:nvPr/>
        </p:nvSpPr>
        <p:spPr>
          <a:xfrm>
            <a:off x="5623560" y="3749039"/>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1" name="core-2"/>
          <p:cNvSpPr/>
          <p:nvPr/>
        </p:nvSpPr>
        <p:spPr>
          <a:xfrm>
            <a:off x="6537959" y="2194560"/>
            <a:ext cx="914400" cy="2194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37959" y="2267712"/>
            <a:ext cx="914400" cy="274320"/>
          </a:xfrm>
          <a:prstGeom prst="rect">
            <a:avLst/>
          </a:prstGeom>
          <a:noFill/>
        </p:spPr>
        <p:txBody>
          <a:bodyPr wrap="square" anchor="t" lIns="0" rIns="0" tIns="0" bIns="0">
            <a:spAutoFit/>
          </a:bodyPr>
          <a:lstStyle/>
          <a:p>
            <a:pPr algn="ctr">
              <a:spcAft>
                <a:spcPts val="600"/>
              </a:spcAft>
            </a:pPr>
            <a:r>
              <a:rPr sz="900" b="1" i="0">
                <a:solidFill>
                  <a:srgbClr val="08447C"/>
                </a:solidFill>
                <a:latin typeface="Montserrat"/>
              </a:rPr>
              <a:t>NÚCLEO 3</a:t>
            </a:r>
          </a:p>
        </p:txBody>
      </p:sp>
      <p:sp>
        <p:nvSpPr>
          <p:cNvPr id="23" name="test-2-0"/>
          <p:cNvSpPr/>
          <p:nvPr/>
        </p:nvSpPr>
        <p:spPr>
          <a:xfrm>
            <a:off x="6675120" y="265176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4" name="test-2-1"/>
          <p:cNvSpPr/>
          <p:nvPr/>
        </p:nvSpPr>
        <p:spPr>
          <a:xfrm>
            <a:off x="6675120" y="320040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5" name="test-2-2"/>
          <p:cNvSpPr/>
          <p:nvPr/>
        </p:nvSpPr>
        <p:spPr>
          <a:xfrm>
            <a:off x="6675120" y="3749039"/>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6" name="core-3"/>
          <p:cNvSpPr/>
          <p:nvPr/>
        </p:nvSpPr>
        <p:spPr>
          <a:xfrm>
            <a:off x="7589519" y="2194560"/>
            <a:ext cx="914400" cy="2194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89519" y="2267712"/>
            <a:ext cx="914400" cy="274320"/>
          </a:xfrm>
          <a:prstGeom prst="rect">
            <a:avLst/>
          </a:prstGeom>
          <a:noFill/>
        </p:spPr>
        <p:txBody>
          <a:bodyPr wrap="square" anchor="t" lIns="0" rIns="0" tIns="0" bIns="0">
            <a:spAutoFit/>
          </a:bodyPr>
          <a:lstStyle/>
          <a:p>
            <a:pPr algn="ctr">
              <a:spcAft>
                <a:spcPts val="600"/>
              </a:spcAft>
            </a:pPr>
            <a:r>
              <a:rPr sz="900" b="1" i="0">
                <a:solidFill>
                  <a:srgbClr val="08447C"/>
                </a:solidFill>
                <a:latin typeface="Montserrat"/>
              </a:rPr>
              <a:t>NÚCLEO 4</a:t>
            </a:r>
          </a:p>
        </p:txBody>
      </p:sp>
      <p:sp>
        <p:nvSpPr>
          <p:cNvPr id="28" name="test-3-0"/>
          <p:cNvSpPr/>
          <p:nvPr/>
        </p:nvSpPr>
        <p:spPr>
          <a:xfrm>
            <a:off x="7726679" y="265176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29" name="test-3-1"/>
          <p:cNvSpPr/>
          <p:nvPr/>
        </p:nvSpPr>
        <p:spPr>
          <a:xfrm>
            <a:off x="7726679" y="3200400"/>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30" name="test-3-2"/>
          <p:cNvSpPr/>
          <p:nvPr/>
        </p:nvSpPr>
        <p:spPr>
          <a:xfrm>
            <a:off x="7726679" y="3749039"/>
            <a:ext cx="640080" cy="411480"/>
          </a:xfrm>
          <a:prstGeom prst="roundRect">
            <a:avLst>
              <a:gd name="adj" fmla="val 15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900" b="1" i="0">
                <a:solidFill>
                  <a:srgbClr val="FFFFFF"/>
                </a:solidFill>
                <a:latin typeface="Montserrat"/>
              </a:rPr>
              <a:t>test</a:t>
            </a:r>
          </a:p>
        </p:txBody>
      </p:sp>
      <p:sp>
        <p:nvSpPr>
          <p:cNvPr id="31" name="par-work-0"/>
          <p:cNvSpPr/>
          <p:nvPr/>
        </p:nvSpPr>
        <p:spPr>
          <a:xfrm>
            <a:off x="548640" y="4617720"/>
            <a:ext cx="2560320" cy="14630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3232" y="4709160"/>
            <a:ext cx="2240280" cy="365760"/>
          </a:xfrm>
          <a:prstGeom prst="rect">
            <a:avLst/>
          </a:prstGeom>
          <a:noFill/>
        </p:spPr>
        <p:txBody>
          <a:bodyPr wrap="square" anchor="t" lIns="0" rIns="0" tIns="0" bIns="0">
            <a:spAutoFit/>
          </a:bodyPr>
          <a:lstStyle/>
          <a:p>
            <a:pPr algn="l">
              <a:spcAft>
                <a:spcPts val="600"/>
              </a:spcAft>
            </a:pPr>
            <a:r>
              <a:rPr sz="1100" b="1" i="0">
                <a:solidFill>
                  <a:srgbClr val="08447C"/>
                </a:solidFill>
                <a:latin typeface="Montserrat"/>
              </a:rPr>
              <a:t>MADSEN ET AL. (2017)</a:t>
            </a:r>
          </a:p>
        </p:txBody>
      </p:sp>
      <p:sp>
        <p:nvSpPr>
          <p:cNvPr id="33" name="TextBox 32"/>
          <p:cNvSpPr txBox="1"/>
          <p:nvPr/>
        </p:nvSpPr>
        <p:spPr>
          <a:xfrm>
            <a:off x="713232" y="5120640"/>
            <a:ext cx="2240280" cy="914400"/>
          </a:xfrm>
          <a:prstGeom prst="rect">
            <a:avLst/>
          </a:prstGeom>
          <a:noFill/>
        </p:spPr>
        <p:txBody>
          <a:bodyPr wrap="square" anchor="t" lIns="0" rIns="0" tIns="0" bIns="0">
            <a:spAutoFit/>
          </a:bodyPr>
          <a:lstStyle/>
          <a:p>
            <a:pPr algn="l">
              <a:spcAft>
                <a:spcPts val="600"/>
              </a:spcAft>
            </a:pPr>
            <a:r>
              <a:rPr sz="1100" b="0" i="0">
                <a:solidFill>
                  <a:srgbClr val="464747"/>
                </a:solidFill>
                <a:latin typeface="Montserrat"/>
              </a:rPr>
              <a:t>Hilos con bloques de variables y procesos MPI que se reparten los datos</a:t>
            </a:r>
          </a:p>
        </p:txBody>
      </p:sp>
      <p:sp>
        <p:nvSpPr>
          <p:cNvPr id="34" name="par-work-1"/>
          <p:cNvSpPr/>
          <p:nvPr/>
        </p:nvSpPr>
        <p:spPr>
          <a:xfrm>
            <a:off x="3291840" y="4617720"/>
            <a:ext cx="2560320" cy="14630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456432" y="4709160"/>
            <a:ext cx="2240280" cy="365760"/>
          </a:xfrm>
          <a:prstGeom prst="rect">
            <a:avLst/>
          </a:prstGeom>
          <a:noFill/>
        </p:spPr>
        <p:txBody>
          <a:bodyPr wrap="square" anchor="t" lIns="0" rIns="0" tIns="0" bIns="0">
            <a:spAutoFit/>
          </a:bodyPr>
          <a:lstStyle/>
          <a:p>
            <a:pPr algn="l">
              <a:spcAft>
                <a:spcPts val="600"/>
              </a:spcAft>
            </a:pPr>
            <a:r>
              <a:rPr sz="1100" b="1" i="0">
                <a:solidFill>
                  <a:srgbClr val="08447C"/>
                </a:solidFill>
                <a:latin typeface="Montserrat"/>
              </a:rPr>
              <a:t>SCUTARI (2017) · BNLEARN</a:t>
            </a:r>
          </a:p>
        </p:txBody>
      </p:sp>
      <p:sp>
        <p:nvSpPr>
          <p:cNvPr id="36" name="TextBox 35"/>
          <p:cNvSpPr txBox="1"/>
          <p:nvPr/>
        </p:nvSpPr>
        <p:spPr>
          <a:xfrm>
            <a:off x="3456432" y="5120640"/>
            <a:ext cx="2240280" cy="914400"/>
          </a:xfrm>
          <a:prstGeom prst="rect">
            <a:avLst/>
          </a:prstGeom>
          <a:noFill/>
        </p:spPr>
        <p:txBody>
          <a:bodyPr wrap="square" anchor="t" lIns="0" rIns="0" tIns="0" bIns="0">
            <a:spAutoFit/>
          </a:bodyPr>
          <a:lstStyle/>
          <a:p>
            <a:pPr algn="l">
              <a:spcAft>
                <a:spcPts val="600"/>
              </a:spcAft>
            </a:pPr>
            <a:r>
              <a:rPr sz="1100" b="0" i="0">
                <a:solidFill>
                  <a:srgbClr val="464747"/>
                </a:solidFill>
                <a:latin typeface="Montserrat"/>
              </a:rPr>
              <a:t>El backtracking empeora la estabilidad; paralelizar es mejor</a:t>
            </a:r>
          </a:p>
        </p:txBody>
      </p:sp>
      <p:sp>
        <p:nvSpPr>
          <p:cNvPr id="37" name="par-work-2"/>
          <p:cNvSpPr/>
          <p:nvPr/>
        </p:nvSpPr>
        <p:spPr>
          <a:xfrm>
            <a:off x="6035040" y="4617720"/>
            <a:ext cx="2560320" cy="146304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99631" y="4709160"/>
            <a:ext cx="2240280" cy="365760"/>
          </a:xfrm>
          <a:prstGeom prst="rect">
            <a:avLst/>
          </a:prstGeom>
          <a:noFill/>
        </p:spPr>
        <p:txBody>
          <a:bodyPr wrap="square" anchor="t" lIns="0" rIns="0" tIns="0" bIns="0">
            <a:spAutoFit/>
          </a:bodyPr>
          <a:lstStyle/>
          <a:p>
            <a:pPr algn="l">
              <a:spcAft>
                <a:spcPts val="600"/>
              </a:spcAft>
            </a:pPr>
            <a:r>
              <a:rPr sz="1100" b="1" i="0">
                <a:solidFill>
                  <a:srgbClr val="08447C"/>
                </a:solidFill>
                <a:latin typeface="Montserrat"/>
              </a:rPr>
              <a:t>LE ET AL. (2019)</a:t>
            </a:r>
          </a:p>
        </p:txBody>
      </p:sp>
      <p:sp>
        <p:nvSpPr>
          <p:cNvPr id="39" name="TextBox 38"/>
          <p:cNvSpPr txBox="1"/>
          <p:nvPr/>
        </p:nvSpPr>
        <p:spPr>
          <a:xfrm>
            <a:off x="6199631" y="5120640"/>
            <a:ext cx="2240280" cy="914400"/>
          </a:xfrm>
          <a:prstGeom prst="rect">
            <a:avLst/>
          </a:prstGeom>
          <a:noFill/>
        </p:spPr>
        <p:txBody>
          <a:bodyPr wrap="square" anchor="t" lIns="0" rIns="0" tIns="0" bIns="0">
            <a:spAutoFit/>
          </a:bodyPr>
          <a:lstStyle/>
          <a:p>
            <a:pPr algn="l">
              <a:spcAft>
                <a:spcPts val="600"/>
              </a:spcAft>
            </a:pPr>
            <a:r>
              <a:rPr sz="1100" b="0" i="0">
                <a:solidFill>
                  <a:srgbClr val="464747"/>
                </a:solidFill>
                <a:latin typeface="Montserrat"/>
              </a:rPr>
              <a:t>Reparte entre núcleos las pruebas de cada nivel de PC-stable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Llevar el PC a datos que no cumplen sus hipótesis</a:t>
            </a:r>
          </a:p>
        </p:txBody>
      </p:sp>
      <p:sp>
        <p:nvSpPr>
          <p:cNvPr id="7" name="Text Placeholder 6"/>
          <p:cNvSpPr>
            <a:spLocks noGrp="1"/>
          </p:cNvSpPr>
          <p:nvPr>
            <p:ph type="body" idx="35" sz="quarter"/>
          </p:nvPr>
        </p:nvSpPr>
        <p:spPr>
          <a:xfrm>
            <a:off x="548640" y="1005840"/>
            <a:ext cx="8046720" cy="566928"/>
          </a:xfrm>
        </p:spPr>
        <p:txBody>
          <a:bodyPr/>
          <a:lstStyle/>
          <a:p>
            <a:r>
              <a:rPr sz="2800"/>
              <a:t>(v) Relajar los supuestos</a:t>
            </a:r>
          </a:p>
        </p:txBody>
      </p:sp>
      <p:sp>
        <p:nvSpPr>
          <p:cNvPr id="8" name="dir-card-0"/>
          <p:cNvSpPr/>
          <p:nvPr/>
        </p:nvSpPr>
        <p:spPr>
          <a:xfrm>
            <a:off x="548640" y="2194560"/>
            <a:ext cx="2560320" cy="324612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r-icon-0"/>
          <p:cNvSpPr/>
          <p:nvPr/>
        </p:nvSpPr>
        <p:spPr>
          <a:xfrm>
            <a:off x="731520" y="2377440"/>
            <a:ext cx="502920" cy="502920"/>
          </a:xfrm>
          <a:prstGeom prst="ellipse">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Montserrat"/>
              </a:rPr>
              <a:t>1</a:t>
            </a:r>
          </a:p>
        </p:txBody>
      </p:sp>
      <p:sp>
        <p:nvSpPr>
          <p:cNvPr id="10" name="TextBox 9"/>
          <p:cNvSpPr txBox="1"/>
          <p:nvPr/>
        </p:nvSpPr>
        <p:spPr>
          <a:xfrm>
            <a:off x="731520" y="3017520"/>
            <a:ext cx="224028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SERIES TEMPORALES</a:t>
            </a:r>
          </a:p>
        </p:txBody>
      </p:sp>
      <p:sp>
        <p:nvSpPr>
          <p:cNvPr id="11" name="TextBox 10"/>
          <p:cNvSpPr txBox="1"/>
          <p:nvPr/>
        </p:nvSpPr>
        <p:spPr>
          <a:xfrm>
            <a:off x="731520" y="3429000"/>
            <a:ext cx="2240280" cy="731520"/>
          </a:xfrm>
          <a:prstGeom prst="rect">
            <a:avLst/>
          </a:prstGeom>
          <a:noFill/>
        </p:spPr>
        <p:txBody>
          <a:bodyPr wrap="square" anchor="t" lIns="0" rIns="0" tIns="0" bIns="0">
            <a:spAutoFit/>
          </a:bodyPr>
          <a:lstStyle/>
          <a:p>
            <a:pPr algn="l">
              <a:spcAft>
                <a:spcPts val="100"/>
              </a:spcAft>
            </a:pPr>
            <a:r>
              <a:rPr sz="1000" b="1" i="0">
                <a:solidFill>
                  <a:srgbClr val="0D6FCF"/>
                </a:solidFill>
                <a:latin typeface="Montserrat"/>
              </a:rPr>
              <a:t>TPC · Biswas y Mukherjee (2024)</a:t>
            </a:r>
          </a:p>
          <a:p>
            <a:pPr algn="l">
              <a:spcAft>
                <a:spcPts val="100"/>
              </a:spcAft>
            </a:pPr>
            <a:r>
              <a:rPr sz="1000" b="1" i="0">
                <a:solidFill>
                  <a:srgbClr val="0D6FCF"/>
                </a:solidFill>
                <a:latin typeface="Montserrat"/>
              </a:rPr>
              <a:t>PCMCI · Runge et al. (2019)</a:t>
            </a:r>
          </a:p>
        </p:txBody>
      </p:sp>
      <p:sp>
        <p:nvSpPr>
          <p:cNvPr id="12" name="TextBox 11"/>
          <p:cNvSpPr txBox="1"/>
          <p:nvPr/>
        </p:nvSpPr>
        <p:spPr>
          <a:xfrm>
            <a:off x="731520" y="4160520"/>
            <a:ext cx="2240280" cy="1234440"/>
          </a:xfrm>
          <a:prstGeom prst="rect">
            <a:avLst/>
          </a:prstGeom>
          <a:noFill/>
        </p:spPr>
        <p:txBody>
          <a:bodyPr wrap="square" anchor="t" lIns="0" rIns="0" tIns="0" bIns="0">
            <a:spAutoFit/>
          </a:bodyPr>
          <a:lstStyle/>
          <a:p>
            <a:pPr algn="l">
              <a:spcAft>
                <a:spcPts val="600"/>
              </a:spcAft>
            </a:pPr>
            <a:r>
              <a:rPr sz="1100" b="0" i="0">
                <a:solidFill>
                  <a:srgbClr val="464747"/>
                </a:solidFill>
                <a:latin typeface="Montserrat"/>
              </a:rPr>
              <a:t>Datos que dependen del tiempo; relaciones con retardo (la lluvia de ayer afecta al caudal de hoy).</a:t>
            </a:r>
          </a:p>
        </p:txBody>
      </p:sp>
      <p:sp>
        <p:nvSpPr>
          <p:cNvPr id="13" name="dir-card-1"/>
          <p:cNvSpPr/>
          <p:nvPr/>
        </p:nvSpPr>
        <p:spPr>
          <a:xfrm>
            <a:off x="3291840" y="2194560"/>
            <a:ext cx="2560320" cy="324612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dir-icon-1"/>
          <p:cNvSpPr/>
          <p:nvPr/>
        </p:nvSpPr>
        <p:spPr>
          <a:xfrm>
            <a:off x="3474720" y="2377440"/>
            <a:ext cx="502920" cy="502920"/>
          </a:xfrm>
          <a:prstGeom prst="ellipse">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Montserrat"/>
              </a:rPr>
              <a:t>2</a:t>
            </a:r>
          </a:p>
        </p:txBody>
      </p:sp>
      <p:sp>
        <p:nvSpPr>
          <p:cNvPr id="15" name="TextBox 14"/>
          <p:cNvSpPr txBox="1"/>
          <p:nvPr/>
        </p:nvSpPr>
        <p:spPr>
          <a:xfrm>
            <a:off x="3474720" y="3017520"/>
            <a:ext cx="2240280" cy="365760"/>
          </a:xfrm>
          <a:prstGeom prst="rect">
            <a:avLst/>
          </a:prstGeom>
          <a:noFill/>
        </p:spPr>
        <p:txBody>
          <a:bodyPr wrap="square" anchor="t" lIns="0" rIns="0" tIns="0" bIns="0">
            <a:spAutoFit/>
          </a:bodyPr>
          <a:lstStyle/>
          <a:p>
            <a:pPr algn="l">
              <a:spcAft>
                <a:spcPts val="600"/>
              </a:spcAft>
            </a:pPr>
            <a:r>
              <a:rPr sz="1300" b="1" i="0">
                <a:solidFill>
                  <a:srgbClr val="08447C"/>
                </a:solidFill>
                <a:latin typeface="Montserrat"/>
              </a:rPr>
              <a:t>EVENTOS EXTREMOS</a:t>
            </a:r>
          </a:p>
        </p:txBody>
      </p:sp>
      <p:sp>
        <p:nvSpPr>
          <p:cNvPr id="16" name="TextBox 15"/>
          <p:cNvSpPr txBox="1"/>
          <p:nvPr/>
        </p:nvSpPr>
        <p:spPr>
          <a:xfrm>
            <a:off x="3474720" y="3429000"/>
            <a:ext cx="2240280" cy="731520"/>
          </a:xfrm>
          <a:prstGeom prst="rect">
            <a:avLst/>
          </a:prstGeom>
          <a:noFill/>
        </p:spPr>
        <p:txBody>
          <a:bodyPr wrap="square" anchor="t" lIns="0" rIns="0" tIns="0" bIns="0">
            <a:spAutoFit/>
          </a:bodyPr>
          <a:lstStyle/>
          <a:p>
            <a:pPr algn="l">
              <a:spcAft>
                <a:spcPts val="100"/>
              </a:spcAft>
            </a:pPr>
            <a:r>
              <a:rPr sz="1000" b="1" i="0">
                <a:solidFill>
                  <a:srgbClr val="0D6FCF"/>
                </a:solidFill>
                <a:latin typeface="Montserrat"/>
              </a:rPr>
              <a:t>PCstar · Améndola et al. (2026)</a:t>
            </a:r>
          </a:p>
        </p:txBody>
      </p:sp>
      <p:sp>
        <p:nvSpPr>
          <p:cNvPr id="17" name="TextBox 16"/>
          <p:cNvSpPr txBox="1"/>
          <p:nvPr/>
        </p:nvSpPr>
        <p:spPr>
          <a:xfrm>
            <a:off x="3474720" y="4160520"/>
            <a:ext cx="2240280" cy="1234440"/>
          </a:xfrm>
          <a:prstGeom prst="rect">
            <a:avLst/>
          </a:prstGeom>
          <a:noFill/>
        </p:spPr>
        <p:txBody>
          <a:bodyPr wrap="square" anchor="t" lIns="0" rIns="0" tIns="0" bIns="0">
            <a:spAutoFit/>
          </a:bodyPr>
          <a:lstStyle/>
          <a:p>
            <a:pPr algn="l">
              <a:spcAft>
                <a:spcPts val="600"/>
              </a:spcAft>
            </a:pPr>
            <a:r>
              <a:rPr sz="1100" b="0" i="0">
                <a:solidFill>
                  <a:srgbClr val="464747"/>
                </a:solidFill>
                <a:latin typeface="Montserrat"/>
              </a:rPr>
              <a:t>Modelos de colas pesadas (riesgo financiero, crecidas) donde la fidelidad a la d-separación falla.</a:t>
            </a:r>
          </a:p>
        </p:txBody>
      </p:sp>
      <p:sp>
        <p:nvSpPr>
          <p:cNvPr id="18" name="dir-card-2"/>
          <p:cNvSpPr/>
          <p:nvPr/>
        </p:nvSpPr>
        <p:spPr>
          <a:xfrm>
            <a:off x="6035040" y="2194560"/>
            <a:ext cx="2560320" cy="3246120"/>
          </a:xfrm>
          <a:prstGeom prst="roundRect">
            <a:avLst>
              <a:gd name="adj" fmla="val 8000"/>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r-icon-2"/>
          <p:cNvSpPr/>
          <p:nvPr/>
        </p:nvSpPr>
        <p:spPr>
          <a:xfrm>
            <a:off x="6217920" y="2377440"/>
            <a:ext cx="502920" cy="5029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0D6FCF"/>
                </a:solidFill>
                <a:latin typeface="Montserrat"/>
              </a:rPr>
              <a:t>3</a:t>
            </a:r>
          </a:p>
        </p:txBody>
      </p:sp>
      <p:sp>
        <p:nvSpPr>
          <p:cNvPr id="20" name="TextBox 19"/>
          <p:cNvSpPr txBox="1"/>
          <p:nvPr/>
        </p:nvSpPr>
        <p:spPr>
          <a:xfrm>
            <a:off x="6217920" y="3017520"/>
            <a:ext cx="2240280" cy="365760"/>
          </a:xfrm>
          <a:prstGeom prst="rect">
            <a:avLst/>
          </a:prstGeom>
          <a:noFill/>
        </p:spPr>
        <p:txBody>
          <a:bodyPr wrap="square" anchor="t" lIns="0" rIns="0" tIns="0" bIns="0">
            <a:spAutoFit/>
          </a:bodyPr>
          <a:lstStyle/>
          <a:p>
            <a:pPr algn="l">
              <a:spcAft>
                <a:spcPts val="600"/>
              </a:spcAft>
            </a:pPr>
            <a:r>
              <a:rPr sz="1300" b="1" i="0">
                <a:solidFill>
                  <a:srgbClr val="FFFFFF"/>
                </a:solidFill>
                <a:latin typeface="Montserrat"/>
              </a:rPr>
              <a:t>DECISIONES SUAVES</a:t>
            </a:r>
          </a:p>
        </p:txBody>
      </p:sp>
      <p:sp>
        <p:nvSpPr>
          <p:cNvPr id="21" name="TextBox 20"/>
          <p:cNvSpPr txBox="1"/>
          <p:nvPr/>
        </p:nvSpPr>
        <p:spPr>
          <a:xfrm>
            <a:off x="6217920" y="3429000"/>
            <a:ext cx="2240280" cy="731520"/>
          </a:xfrm>
          <a:prstGeom prst="rect">
            <a:avLst/>
          </a:prstGeom>
          <a:noFill/>
        </p:spPr>
        <p:txBody>
          <a:bodyPr wrap="square" anchor="t" lIns="0" rIns="0" tIns="0" bIns="0">
            <a:spAutoFit/>
          </a:bodyPr>
          <a:lstStyle/>
          <a:p>
            <a:pPr algn="l">
              <a:spcAft>
                <a:spcPts val="100"/>
              </a:spcAft>
            </a:pPr>
            <a:r>
              <a:rPr sz="1000" b="1" i="0">
                <a:solidFill>
                  <a:srgbClr val="FFFFFF"/>
                </a:solidFill>
                <a:latin typeface="Montserrat"/>
              </a:rPr>
              <a:t>DAGPA · Zhou et al. (2025)</a:t>
            </a:r>
          </a:p>
        </p:txBody>
      </p:sp>
      <p:sp>
        <p:nvSpPr>
          <p:cNvPr id="22" name="TextBox 21"/>
          <p:cNvSpPr txBox="1"/>
          <p:nvPr/>
        </p:nvSpPr>
        <p:spPr>
          <a:xfrm>
            <a:off x="6217920" y="4160520"/>
            <a:ext cx="2240280" cy="1234440"/>
          </a:xfrm>
          <a:prstGeom prst="rect">
            <a:avLst/>
          </a:prstGeom>
          <a:noFill/>
        </p:spPr>
        <p:txBody>
          <a:bodyPr wrap="square" anchor="t" lIns="0" rIns="0" tIns="0" bIns="0">
            <a:spAutoFit/>
          </a:bodyPr>
          <a:lstStyle/>
          <a:p>
            <a:pPr algn="l">
              <a:spcAft>
                <a:spcPts val="600"/>
              </a:spcAft>
            </a:pPr>
            <a:r>
              <a:rPr sz="1100" b="0" i="0">
                <a:solidFill>
                  <a:srgbClr val="FFFFFF"/>
                </a:solidFill>
                <a:latin typeface="Montserrat"/>
              </a:rPr>
              <a:t>Convierte la d-separación en una función continua y optimiza el grafo con gradientes.</a:t>
            </a:r>
          </a:p>
        </p:txBody>
      </p:sp>
      <p:sp>
        <p:nvSpPr>
          <p:cNvPr id="23" name="dir-fci"/>
          <p:cNvSpPr/>
          <p:nvPr/>
        </p:nvSpPr>
        <p:spPr>
          <a:xfrm>
            <a:off x="548640" y="5623560"/>
            <a:ext cx="8046720" cy="457200"/>
          </a:xfrm>
          <a:prstGeom prst="roundRect">
            <a:avLst>
              <a:gd name="adj" fmla="val 8000"/>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5623560"/>
            <a:ext cx="7680960" cy="457200"/>
          </a:xfrm>
          <a:prstGeom prst="rect">
            <a:avLst/>
          </a:prstGeom>
          <a:noFill/>
        </p:spPr>
        <p:txBody>
          <a:bodyPr wrap="square" anchor="ctr" lIns="0" rIns="0" tIns="0" bIns="0">
            <a:spAutoFit/>
          </a:bodyPr>
          <a:lstStyle/>
          <a:p>
            <a:pPr algn="l">
              <a:spcAft>
                <a:spcPts val="600"/>
              </a:spcAft>
            </a:pPr>
            <a:r>
              <a:rPr sz="1100" b="0" i="0">
                <a:solidFill>
                  <a:srgbClr val="FFFFFF"/>
                </a:solidFill>
                <a:latin typeface="Montserrat"/>
              </a:rPr>
              <a:t>Variables ocultas: FCI y RFCI (se tratan en la sección de pruebas de independencia)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Cada mejora responde a una limitación concreta</a:t>
            </a:r>
          </a:p>
        </p:txBody>
      </p:sp>
      <p:sp>
        <p:nvSpPr>
          <p:cNvPr id="7" name="Text Placeholder 6"/>
          <p:cNvSpPr>
            <a:spLocks noGrp="1"/>
          </p:cNvSpPr>
          <p:nvPr>
            <p:ph type="body" idx="35" sz="quarter"/>
          </p:nvPr>
        </p:nvSpPr>
        <p:spPr>
          <a:xfrm>
            <a:off x="548640" y="1005840"/>
            <a:ext cx="8046720" cy="566928"/>
          </a:xfrm>
        </p:spPr>
        <p:txBody>
          <a:bodyPr/>
          <a:lstStyle/>
          <a:p>
            <a:r>
              <a:rPr sz="2800"/>
              <a:t>Evolución del algoritmo PC</a:t>
            </a:r>
          </a:p>
        </p:txBody>
      </p:sp>
      <p:cxnSp>
        <p:nvCxnSpPr>
          <p:cNvPr id="8" name="Connector 7"/>
          <p:cNvCxnSpPr/>
          <p:nvPr/>
        </p:nvCxnSpPr>
        <p:spPr>
          <a:xfrm>
            <a:off x="548640" y="4069080"/>
            <a:ext cx="8046720" cy="0"/>
          </a:xfrm>
          <a:prstGeom prst="line">
            <a:avLst/>
          </a:prstGeom>
          <a:ln w="38100">
            <a:solidFill>
              <a:srgbClr val="0D6FC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l-dot-0"/>
          <p:cNvSpPr/>
          <p:nvPr/>
        </p:nvSpPr>
        <p:spPr>
          <a:xfrm>
            <a:off x="758952" y="3959352"/>
            <a:ext cx="219456" cy="219456"/>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868680" y="3703320"/>
            <a:ext cx="0" cy="23774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59" y="2286000"/>
            <a:ext cx="1005840" cy="1417320"/>
          </a:xfrm>
          <a:prstGeom prst="rect">
            <a:avLst/>
          </a:prstGeom>
          <a:noFill/>
        </p:spPr>
        <p:txBody>
          <a:bodyPr wrap="square" anchor="b" lIns="0" rIns="0" tIns="0" bIns="0">
            <a:spAutoFit/>
          </a:bodyPr>
          <a:lstStyle/>
          <a:p>
            <a:pPr algn="ctr">
              <a:spcAft>
                <a:spcPts val="200"/>
              </a:spcAft>
            </a:pPr>
            <a:r>
              <a:rPr sz="1300" b="1" i="0">
                <a:solidFill>
                  <a:srgbClr val="2899F9"/>
                </a:solidFill>
                <a:latin typeface="Montserrat"/>
              </a:rPr>
              <a:t>1991</a:t>
            </a:r>
          </a:p>
          <a:p>
            <a:pPr algn="ctr">
              <a:spcAft>
                <a:spcPts val="200"/>
              </a:spcAft>
            </a:pPr>
            <a:r>
              <a:rPr sz="1000" b="1" i="0">
                <a:solidFill>
                  <a:srgbClr val="08447C"/>
                </a:solidFill>
                <a:latin typeface="Montserrat"/>
              </a:rPr>
              <a:t>PC</a:t>
            </a:r>
          </a:p>
          <a:p>
            <a:pPr algn="ctr">
              <a:spcAft>
                <a:spcPts val="200"/>
              </a:spcAft>
            </a:pPr>
            <a:r>
              <a:rPr sz="900" b="0" i="0">
                <a:solidFill>
                  <a:srgbClr val="7F7F7F"/>
                </a:solidFill>
                <a:latin typeface="Montserrat"/>
              </a:rPr>
              <a:t>Spirtes y Glymour</a:t>
            </a:r>
          </a:p>
        </p:txBody>
      </p:sp>
      <p:sp>
        <p:nvSpPr>
          <p:cNvPr id="12" name="tl-dot-1"/>
          <p:cNvSpPr/>
          <p:nvPr/>
        </p:nvSpPr>
        <p:spPr>
          <a:xfrm>
            <a:off x="1783080" y="3959352"/>
            <a:ext cx="219456" cy="219456"/>
          </a:xfrm>
          <a:prstGeom prst="ellipse">
            <a:avLst/>
          </a:prstGeom>
          <a:solidFill>
            <a:srgbClr val="2899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892808" y="4197096"/>
            <a:ext cx="0" cy="14630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89888" y="4343400"/>
            <a:ext cx="1005840" cy="1417320"/>
          </a:xfrm>
          <a:prstGeom prst="rect">
            <a:avLst/>
          </a:prstGeom>
          <a:noFill/>
        </p:spPr>
        <p:txBody>
          <a:bodyPr wrap="square" anchor="t" lIns="0" rIns="0" tIns="0" bIns="0">
            <a:spAutoFit/>
          </a:bodyPr>
          <a:lstStyle/>
          <a:p>
            <a:pPr algn="ctr">
              <a:spcAft>
                <a:spcPts val="200"/>
              </a:spcAft>
            </a:pPr>
            <a:r>
              <a:rPr sz="1300" b="1" i="0">
                <a:solidFill>
                  <a:srgbClr val="2899F9"/>
                </a:solidFill>
                <a:latin typeface="Montserrat"/>
              </a:rPr>
              <a:t>1995</a:t>
            </a:r>
          </a:p>
          <a:p>
            <a:pPr algn="ctr">
              <a:spcAft>
                <a:spcPts val="200"/>
              </a:spcAft>
            </a:pPr>
            <a:r>
              <a:rPr sz="1000" b="1" i="0">
                <a:solidFill>
                  <a:srgbClr val="08447C"/>
                </a:solidFill>
                <a:latin typeface="Montserrat"/>
              </a:rPr>
              <a:t>Reglas de orientación</a:t>
            </a:r>
          </a:p>
          <a:p>
            <a:pPr algn="ctr">
              <a:spcAft>
                <a:spcPts val="200"/>
              </a:spcAft>
            </a:pPr>
            <a:r>
              <a:rPr sz="900" b="0" i="0">
                <a:solidFill>
                  <a:srgbClr val="7F7F7F"/>
                </a:solidFill>
                <a:latin typeface="Montserrat"/>
              </a:rPr>
              <a:t>Meek</a:t>
            </a:r>
          </a:p>
        </p:txBody>
      </p:sp>
      <p:sp>
        <p:nvSpPr>
          <p:cNvPr id="15" name="tl-dot-2"/>
          <p:cNvSpPr/>
          <p:nvPr/>
        </p:nvSpPr>
        <p:spPr>
          <a:xfrm>
            <a:off x="2807208" y="3959352"/>
            <a:ext cx="219456" cy="219456"/>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V="1">
            <a:off x="2916936" y="3703320"/>
            <a:ext cx="0" cy="23774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414016" y="2286000"/>
            <a:ext cx="1005840" cy="1417320"/>
          </a:xfrm>
          <a:prstGeom prst="rect">
            <a:avLst/>
          </a:prstGeom>
          <a:noFill/>
        </p:spPr>
        <p:txBody>
          <a:bodyPr wrap="square" anchor="b" lIns="0" rIns="0" tIns="0" bIns="0">
            <a:spAutoFit/>
          </a:bodyPr>
          <a:lstStyle/>
          <a:p>
            <a:pPr algn="ctr">
              <a:spcAft>
                <a:spcPts val="200"/>
              </a:spcAft>
            </a:pPr>
            <a:r>
              <a:rPr sz="1300" b="1" i="0">
                <a:solidFill>
                  <a:srgbClr val="2899F9"/>
                </a:solidFill>
                <a:latin typeface="Montserrat"/>
              </a:rPr>
              <a:t>2006</a:t>
            </a:r>
          </a:p>
          <a:p>
            <a:pPr algn="ctr">
              <a:spcAft>
                <a:spcPts val="200"/>
              </a:spcAft>
            </a:pPr>
            <a:r>
              <a:rPr sz="1000" b="1" i="0">
                <a:solidFill>
                  <a:srgbClr val="08447C"/>
                </a:solidFill>
                <a:latin typeface="Montserrat"/>
              </a:rPr>
              <a:t>CPC · cortes mínimos</a:t>
            </a:r>
          </a:p>
          <a:p>
            <a:pPr algn="ctr">
              <a:spcAft>
                <a:spcPts val="200"/>
              </a:spcAft>
            </a:pPr>
            <a:r>
              <a:rPr sz="900" b="0" i="0">
                <a:solidFill>
                  <a:srgbClr val="7F7F7F"/>
                </a:solidFill>
                <a:latin typeface="Montserrat"/>
              </a:rPr>
              <a:t>Ramsey · Abellán</a:t>
            </a:r>
          </a:p>
        </p:txBody>
      </p:sp>
      <p:sp>
        <p:nvSpPr>
          <p:cNvPr id="18" name="tl-dot-3"/>
          <p:cNvSpPr/>
          <p:nvPr/>
        </p:nvSpPr>
        <p:spPr>
          <a:xfrm>
            <a:off x="3831336" y="3959352"/>
            <a:ext cx="219456" cy="219456"/>
          </a:xfrm>
          <a:prstGeom prst="ellipse">
            <a:avLst/>
          </a:prstGeom>
          <a:solidFill>
            <a:srgbClr val="2899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3941064" y="4197096"/>
            <a:ext cx="0" cy="14630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438144" y="4343400"/>
            <a:ext cx="1005840" cy="1417320"/>
          </a:xfrm>
          <a:prstGeom prst="rect">
            <a:avLst/>
          </a:prstGeom>
          <a:noFill/>
        </p:spPr>
        <p:txBody>
          <a:bodyPr wrap="square" anchor="t" lIns="0" rIns="0" tIns="0" bIns="0">
            <a:spAutoFit/>
          </a:bodyPr>
          <a:lstStyle/>
          <a:p>
            <a:pPr algn="ctr">
              <a:spcAft>
                <a:spcPts val="200"/>
              </a:spcAft>
            </a:pPr>
            <a:r>
              <a:rPr sz="1300" b="1" i="0">
                <a:solidFill>
                  <a:srgbClr val="2899F9"/>
                </a:solidFill>
                <a:latin typeface="Montserrat"/>
              </a:rPr>
              <a:t>2007</a:t>
            </a:r>
          </a:p>
          <a:p>
            <a:pPr algn="ctr">
              <a:spcAft>
                <a:spcPts val="200"/>
              </a:spcAft>
            </a:pPr>
            <a:r>
              <a:rPr sz="1000" b="1" i="0">
                <a:solidFill>
                  <a:srgbClr val="08447C"/>
                </a:solidFill>
                <a:latin typeface="Montserrat"/>
              </a:rPr>
              <a:t>Alta dimensión</a:t>
            </a:r>
          </a:p>
          <a:p>
            <a:pPr algn="ctr">
              <a:spcAft>
                <a:spcPts val="200"/>
              </a:spcAft>
            </a:pPr>
            <a:r>
              <a:rPr sz="900" b="0" i="0">
                <a:solidFill>
                  <a:srgbClr val="7F7F7F"/>
                </a:solidFill>
                <a:latin typeface="Montserrat"/>
              </a:rPr>
              <a:t>Kalisch y Bühlmann</a:t>
            </a:r>
          </a:p>
        </p:txBody>
      </p:sp>
      <p:sp>
        <p:nvSpPr>
          <p:cNvPr id="21" name="tl-dot-4"/>
          <p:cNvSpPr/>
          <p:nvPr/>
        </p:nvSpPr>
        <p:spPr>
          <a:xfrm>
            <a:off x="4855464" y="3959352"/>
            <a:ext cx="219456" cy="219456"/>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flipV="1">
            <a:off x="4965192" y="3703320"/>
            <a:ext cx="0" cy="23774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62272" y="2286000"/>
            <a:ext cx="1005840" cy="1417320"/>
          </a:xfrm>
          <a:prstGeom prst="rect">
            <a:avLst/>
          </a:prstGeom>
          <a:noFill/>
        </p:spPr>
        <p:txBody>
          <a:bodyPr wrap="square" anchor="b" lIns="0" rIns="0" tIns="0" bIns="0">
            <a:spAutoFit/>
          </a:bodyPr>
          <a:lstStyle/>
          <a:p>
            <a:pPr algn="ctr">
              <a:spcAft>
                <a:spcPts val="200"/>
              </a:spcAft>
            </a:pPr>
            <a:r>
              <a:rPr sz="1300" b="1" i="0">
                <a:solidFill>
                  <a:srgbClr val="2899F9"/>
                </a:solidFill>
                <a:latin typeface="Montserrat"/>
              </a:rPr>
              <a:t>2014</a:t>
            </a:r>
          </a:p>
          <a:p>
            <a:pPr algn="ctr">
              <a:spcAft>
                <a:spcPts val="200"/>
              </a:spcAft>
            </a:pPr>
            <a:r>
              <a:rPr sz="1000" b="1" i="0">
                <a:solidFill>
                  <a:srgbClr val="08447C"/>
                </a:solidFill>
                <a:latin typeface="Montserrat"/>
              </a:rPr>
              <a:t>PC-stable</a:t>
            </a:r>
          </a:p>
          <a:p>
            <a:pPr algn="ctr">
              <a:spcAft>
                <a:spcPts val="200"/>
              </a:spcAft>
            </a:pPr>
            <a:r>
              <a:rPr sz="900" b="0" i="0">
                <a:solidFill>
                  <a:srgbClr val="7F7F7F"/>
                </a:solidFill>
                <a:latin typeface="Montserrat"/>
              </a:rPr>
              <a:t>Colombo y Maathuis</a:t>
            </a:r>
          </a:p>
        </p:txBody>
      </p:sp>
      <p:sp>
        <p:nvSpPr>
          <p:cNvPr id="24" name="tl-dot-5"/>
          <p:cNvSpPr/>
          <p:nvPr/>
        </p:nvSpPr>
        <p:spPr>
          <a:xfrm>
            <a:off x="5879592" y="3959352"/>
            <a:ext cx="219456" cy="219456"/>
          </a:xfrm>
          <a:prstGeom prst="ellipse">
            <a:avLst/>
          </a:prstGeom>
          <a:solidFill>
            <a:srgbClr val="2899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5989320" y="4197096"/>
            <a:ext cx="0" cy="14630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0" y="4343400"/>
            <a:ext cx="1005840" cy="1417320"/>
          </a:xfrm>
          <a:prstGeom prst="rect">
            <a:avLst/>
          </a:prstGeom>
          <a:noFill/>
        </p:spPr>
        <p:txBody>
          <a:bodyPr wrap="square" anchor="t" lIns="0" rIns="0" tIns="0" bIns="0">
            <a:spAutoFit/>
          </a:bodyPr>
          <a:lstStyle/>
          <a:p>
            <a:pPr algn="ctr">
              <a:spcAft>
                <a:spcPts val="200"/>
              </a:spcAft>
            </a:pPr>
            <a:r>
              <a:rPr sz="1300" b="1" i="0">
                <a:solidFill>
                  <a:srgbClr val="2899F9"/>
                </a:solidFill>
                <a:latin typeface="Montserrat"/>
              </a:rPr>
              <a:t>2017–19</a:t>
            </a:r>
          </a:p>
          <a:p>
            <a:pPr algn="ctr">
              <a:spcAft>
                <a:spcPts val="200"/>
              </a:spcAft>
            </a:pPr>
            <a:r>
              <a:rPr sz="1000" b="1" i="0">
                <a:solidFill>
                  <a:srgbClr val="08447C"/>
                </a:solidFill>
                <a:latin typeface="Montserrat"/>
              </a:rPr>
              <a:t>Paralelización</a:t>
            </a:r>
          </a:p>
          <a:p>
            <a:pPr algn="ctr">
              <a:spcAft>
                <a:spcPts val="200"/>
              </a:spcAft>
            </a:pPr>
            <a:r>
              <a:rPr sz="900" b="0" i="0">
                <a:solidFill>
                  <a:srgbClr val="7F7F7F"/>
                </a:solidFill>
                <a:latin typeface="Montserrat"/>
              </a:rPr>
              <a:t>Madsen · Scutari · Le</a:t>
            </a:r>
          </a:p>
        </p:txBody>
      </p:sp>
      <p:sp>
        <p:nvSpPr>
          <p:cNvPr id="27" name="tl-dot-6"/>
          <p:cNvSpPr/>
          <p:nvPr/>
        </p:nvSpPr>
        <p:spPr>
          <a:xfrm>
            <a:off x="6903720" y="3959352"/>
            <a:ext cx="219456" cy="219456"/>
          </a:xfrm>
          <a:prstGeom prst="ellipse">
            <a:avLst/>
          </a:prstGeom>
          <a:solidFill>
            <a:srgbClr val="02254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7013448" y="3703320"/>
            <a:ext cx="0" cy="23774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510528" y="2286000"/>
            <a:ext cx="1005840" cy="1417320"/>
          </a:xfrm>
          <a:prstGeom prst="rect">
            <a:avLst/>
          </a:prstGeom>
          <a:noFill/>
        </p:spPr>
        <p:txBody>
          <a:bodyPr wrap="square" anchor="b" lIns="0" rIns="0" tIns="0" bIns="0">
            <a:spAutoFit/>
          </a:bodyPr>
          <a:lstStyle/>
          <a:p>
            <a:pPr algn="ctr">
              <a:spcAft>
                <a:spcPts val="200"/>
              </a:spcAft>
            </a:pPr>
            <a:r>
              <a:rPr sz="1300" b="1" i="0">
                <a:solidFill>
                  <a:srgbClr val="2899F9"/>
                </a:solidFill>
                <a:latin typeface="Montserrat"/>
              </a:rPr>
              <a:t>2023</a:t>
            </a:r>
          </a:p>
          <a:p>
            <a:pPr algn="ctr">
              <a:spcAft>
                <a:spcPts val="200"/>
              </a:spcAft>
            </a:pPr>
            <a:r>
              <a:rPr sz="1000" b="1" i="0">
                <a:solidFill>
                  <a:srgbClr val="08447C"/>
                </a:solidFill>
                <a:latin typeface="Montserrat"/>
              </a:rPr>
              <a:t>k-PC</a:t>
            </a:r>
          </a:p>
          <a:p>
            <a:pPr algn="ctr">
              <a:spcAft>
                <a:spcPts val="200"/>
              </a:spcAft>
            </a:pPr>
            <a:r>
              <a:rPr sz="900" b="0" i="0">
                <a:solidFill>
                  <a:srgbClr val="7F7F7F"/>
                </a:solidFill>
                <a:latin typeface="Montserrat"/>
              </a:rPr>
              <a:t>Kocaoglu</a:t>
            </a:r>
          </a:p>
        </p:txBody>
      </p:sp>
      <p:sp>
        <p:nvSpPr>
          <p:cNvPr id="30" name="tl-dot-7"/>
          <p:cNvSpPr/>
          <p:nvPr/>
        </p:nvSpPr>
        <p:spPr>
          <a:xfrm>
            <a:off x="7927848" y="3959352"/>
            <a:ext cx="219456" cy="219456"/>
          </a:xfrm>
          <a:prstGeom prst="ellipse">
            <a:avLst/>
          </a:prstGeom>
          <a:solidFill>
            <a:srgbClr val="2899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8037576" y="4197096"/>
            <a:ext cx="0" cy="146304"/>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534656" y="4343400"/>
            <a:ext cx="1005840" cy="1417320"/>
          </a:xfrm>
          <a:prstGeom prst="rect">
            <a:avLst/>
          </a:prstGeom>
          <a:noFill/>
        </p:spPr>
        <p:txBody>
          <a:bodyPr wrap="square" anchor="t" lIns="0" rIns="0" tIns="0" bIns="0">
            <a:spAutoFit/>
          </a:bodyPr>
          <a:lstStyle/>
          <a:p>
            <a:pPr algn="ctr">
              <a:spcAft>
                <a:spcPts val="200"/>
              </a:spcAft>
            </a:pPr>
            <a:r>
              <a:rPr sz="1300" b="1" i="0">
                <a:solidFill>
                  <a:srgbClr val="2899F9"/>
                </a:solidFill>
                <a:latin typeface="Montserrat"/>
              </a:rPr>
              <a:t>2024–26</a:t>
            </a:r>
          </a:p>
          <a:p>
            <a:pPr algn="ctr">
              <a:spcAft>
                <a:spcPts val="200"/>
              </a:spcAft>
            </a:pPr>
            <a:r>
              <a:rPr sz="1000" b="1" i="0">
                <a:solidFill>
                  <a:srgbClr val="08447C"/>
                </a:solidFill>
                <a:latin typeface="Montserrat"/>
              </a:rPr>
              <a:t>Tiempo · extremos · DAGPA</a:t>
            </a:r>
          </a:p>
          <a:p>
            <a:pPr algn="ctr">
              <a:spcAft>
                <a:spcPts val="200"/>
              </a:spcAft>
            </a:pPr>
            <a:r>
              <a:rPr sz="900" b="0" i="0">
                <a:solidFill>
                  <a:srgbClr val="7F7F7F"/>
                </a:solidFill>
                <a:latin typeface="Montserrat"/>
              </a:rPr>
              <a:t>Biswas · Améndola · Zhou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Tres ideas antes de pasar a las pruebas de independencia</a:t>
            </a:r>
          </a:p>
        </p:txBody>
      </p:sp>
      <p:sp>
        <p:nvSpPr>
          <p:cNvPr id="7" name="Text Placeholder 6"/>
          <p:cNvSpPr>
            <a:spLocks noGrp="1"/>
          </p:cNvSpPr>
          <p:nvPr>
            <p:ph type="body" idx="35" sz="quarter"/>
          </p:nvPr>
        </p:nvSpPr>
        <p:spPr>
          <a:xfrm>
            <a:off x="548640" y="1005840"/>
            <a:ext cx="8046720" cy="566928"/>
          </a:xfrm>
        </p:spPr>
        <p:txBody>
          <a:bodyPr/>
          <a:lstStyle/>
          <a:p>
            <a:r>
              <a:rPr sz="2800"/>
              <a:t>Resumen del algoritmo PC</a:t>
            </a:r>
          </a:p>
        </p:txBody>
      </p:sp>
      <p:sp>
        <p:nvSpPr>
          <p:cNvPr id="8" name="msg-num-0"/>
          <p:cNvSpPr/>
          <p:nvPr/>
        </p:nvSpPr>
        <p:spPr>
          <a:xfrm>
            <a:off x="548640" y="2286000"/>
            <a:ext cx="868680" cy="868680"/>
          </a:xfrm>
          <a:prstGeom prst="ellipse">
            <a:avLst/>
          </a:prstGeom>
          <a:solidFill>
            <a:srgbClr val="0D6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2400" b="1" i="0">
                <a:solidFill>
                  <a:srgbClr val="FFFFFF"/>
                </a:solidFill>
                <a:latin typeface="Montserrat"/>
              </a:rPr>
              <a:t>1</a:t>
            </a:r>
          </a:p>
        </p:txBody>
      </p:sp>
      <p:sp>
        <p:nvSpPr>
          <p:cNvPr id="9" name="msg-card-0"/>
          <p:cNvSpPr/>
          <p:nvPr/>
        </p:nvSpPr>
        <p:spPr>
          <a:xfrm>
            <a:off x="1645920" y="2194560"/>
            <a:ext cx="6949440" cy="1051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874519" y="2286000"/>
            <a:ext cx="6492240" cy="365760"/>
          </a:xfrm>
          <a:prstGeom prst="rect">
            <a:avLst/>
          </a:prstGeom>
          <a:noFill/>
        </p:spPr>
        <p:txBody>
          <a:bodyPr wrap="square" anchor="t" lIns="0" rIns="0" tIns="0" bIns="0">
            <a:spAutoFit/>
          </a:bodyPr>
          <a:lstStyle/>
          <a:p>
            <a:pPr algn="l">
              <a:spcAft>
                <a:spcPts val="600"/>
              </a:spcAft>
            </a:pPr>
            <a:r>
              <a:rPr sz="1400" b="1" i="0">
                <a:solidFill>
                  <a:srgbClr val="08447C"/>
                </a:solidFill>
                <a:latin typeface="Montserrat"/>
              </a:rPr>
              <a:t>INTERPRETABLE</a:t>
            </a:r>
          </a:p>
        </p:txBody>
      </p:sp>
      <p:sp>
        <p:nvSpPr>
          <p:cNvPr id="11" name="TextBox 10"/>
          <p:cNvSpPr txBox="1"/>
          <p:nvPr/>
        </p:nvSpPr>
        <p:spPr>
          <a:xfrm>
            <a:off x="1874519" y="2651760"/>
            <a:ext cx="6492240" cy="548640"/>
          </a:xfrm>
          <a:prstGeom prst="rect">
            <a:avLst/>
          </a:prstGeom>
          <a:noFill/>
        </p:spPr>
        <p:txBody>
          <a:bodyPr wrap="square" anchor="t" lIns="0" rIns="0" tIns="0" bIns="0">
            <a:spAutoFit/>
          </a:bodyPr>
          <a:lstStyle/>
          <a:p>
            <a:pPr algn="l">
              <a:spcAft>
                <a:spcPts val="600"/>
              </a:spcAft>
            </a:pPr>
            <a:r>
              <a:rPr sz="1200" b="0" i="0">
                <a:solidFill>
                  <a:srgbClr val="464747"/>
                </a:solidFill>
                <a:latin typeface="Montserrat"/>
              </a:rPr>
              <a:t>El PC deduce el grafo con pruebas de independencia; devuelve un CPDAG, no un único DAG.</a:t>
            </a:r>
          </a:p>
        </p:txBody>
      </p:sp>
      <p:sp>
        <p:nvSpPr>
          <p:cNvPr id="12" name="msg-num-1"/>
          <p:cNvSpPr/>
          <p:nvPr/>
        </p:nvSpPr>
        <p:spPr>
          <a:xfrm>
            <a:off x="548640" y="3584448"/>
            <a:ext cx="868680" cy="868680"/>
          </a:xfrm>
          <a:prstGeom prst="ellipse">
            <a:avLst/>
          </a:prstGeom>
          <a:solidFill>
            <a:srgbClr val="08447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2400" b="1" i="0">
                <a:solidFill>
                  <a:srgbClr val="FFFFFF"/>
                </a:solidFill>
                <a:latin typeface="Montserrat"/>
              </a:rPr>
              <a:t>2</a:t>
            </a:r>
          </a:p>
        </p:txBody>
      </p:sp>
      <p:sp>
        <p:nvSpPr>
          <p:cNvPr id="13" name="msg-card-1"/>
          <p:cNvSpPr/>
          <p:nvPr/>
        </p:nvSpPr>
        <p:spPr>
          <a:xfrm>
            <a:off x="1645920" y="3493008"/>
            <a:ext cx="6949440" cy="1051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874519" y="3584448"/>
            <a:ext cx="6492240" cy="365760"/>
          </a:xfrm>
          <a:prstGeom prst="rect">
            <a:avLst/>
          </a:prstGeom>
          <a:noFill/>
        </p:spPr>
        <p:txBody>
          <a:bodyPr wrap="square" anchor="t" lIns="0" rIns="0" tIns="0" bIns="0">
            <a:spAutoFit/>
          </a:bodyPr>
          <a:lstStyle/>
          <a:p>
            <a:pPr algn="l">
              <a:spcAft>
                <a:spcPts val="600"/>
              </a:spcAft>
            </a:pPr>
            <a:r>
              <a:rPr sz="1400" b="1" i="0">
                <a:solidFill>
                  <a:srgbClr val="08447C"/>
                </a:solidFill>
                <a:latin typeface="Montserrat"/>
              </a:rPr>
              <a:t>FRÁGIL</a:t>
            </a:r>
          </a:p>
        </p:txBody>
      </p:sp>
      <p:sp>
        <p:nvSpPr>
          <p:cNvPr id="15" name="TextBox 14"/>
          <p:cNvSpPr txBox="1"/>
          <p:nvPr/>
        </p:nvSpPr>
        <p:spPr>
          <a:xfrm>
            <a:off x="1874519" y="3950208"/>
            <a:ext cx="6492240" cy="548640"/>
          </a:xfrm>
          <a:prstGeom prst="rect">
            <a:avLst/>
          </a:prstGeom>
          <a:noFill/>
        </p:spPr>
        <p:txBody>
          <a:bodyPr wrap="square" anchor="t" lIns="0" rIns="0" tIns="0" bIns="0">
            <a:spAutoFit/>
          </a:bodyPr>
          <a:lstStyle/>
          <a:p>
            <a:pPr algn="l">
              <a:spcAft>
                <a:spcPts val="600"/>
              </a:spcAft>
            </a:pPr>
            <a:r>
              <a:rPr sz="1200" b="0" i="0">
                <a:solidFill>
                  <a:srgbClr val="464747"/>
                </a:solidFill>
                <a:latin typeface="Montserrat"/>
              </a:rPr>
              <a:t>Los errores estadísticos se propagan; cada variante corrige una cara del problema.</a:t>
            </a:r>
          </a:p>
        </p:txBody>
      </p:sp>
      <p:sp>
        <p:nvSpPr>
          <p:cNvPr id="16" name="msg-num-2"/>
          <p:cNvSpPr/>
          <p:nvPr/>
        </p:nvSpPr>
        <p:spPr>
          <a:xfrm>
            <a:off x="548640" y="4882896"/>
            <a:ext cx="868680" cy="868680"/>
          </a:xfrm>
          <a:prstGeom prst="ellipse">
            <a:avLst/>
          </a:prstGeom>
          <a:solidFill>
            <a:srgbClr val="0225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2400" b="1" i="0">
                <a:solidFill>
                  <a:srgbClr val="FFFFFF"/>
                </a:solidFill>
                <a:latin typeface="Montserrat"/>
              </a:rPr>
              <a:t>3</a:t>
            </a:r>
          </a:p>
        </p:txBody>
      </p:sp>
      <p:sp>
        <p:nvSpPr>
          <p:cNvPr id="17" name="msg-card-2"/>
          <p:cNvSpPr/>
          <p:nvPr/>
        </p:nvSpPr>
        <p:spPr>
          <a:xfrm>
            <a:off x="1645920" y="4791456"/>
            <a:ext cx="6949440" cy="1051560"/>
          </a:xfrm>
          <a:prstGeom prst="roundRect">
            <a:avLst>
              <a:gd name="adj" fmla="val 8000"/>
            </a:avLst>
          </a:prstGeom>
          <a:solidFill>
            <a:srgbClr val="E6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874519" y="4882896"/>
            <a:ext cx="6492240" cy="365760"/>
          </a:xfrm>
          <a:prstGeom prst="rect">
            <a:avLst/>
          </a:prstGeom>
          <a:noFill/>
        </p:spPr>
        <p:txBody>
          <a:bodyPr wrap="square" anchor="t" lIns="0" rIns="0" tIns="0" bIns="0">
            <a:spAutoFit/>
          </a:bodyPr>
          <a:lstStyle/>
          <a:p>
            <a:pPr algn="l">
              <a:spcAft>
                <a:spcPts val="600"/>
              </a:spcAft>
            </a:pPr>
            <a:r>
              <a:rPr sz="1400" b="1" i="0">
                <a:solidFill>
                  <a:srgbClr val="08447C"/>
                </a:solidFill>
                <a:latin typeface="Montserrat"/>
              </a:rPr>
              <a:t>DEPENDE DE SUS PRUEBAS</a:t>
            </a:r>
          </a:p>
        </p:txBody>
      </p:sp>
      <p:sp>
        <p:nvSpPr>
          <p:cNvPr id="19" name="TextBox 18"/>
          <p:cNvSpPr txBox="1"/>
          <p:nvPr/>
        </p:nvSpPr>
        <p:spPr>
          <a:xfrm>
            <a:off x="1874519" y="5248656"/>
            <a:ext cx="6492240" cy="548640"/>
          </a:xfrm>
          <a:prstGeom prst="rect">
            <a:avLst/>
          </a:prstGeom>
          <a:noFill/>
        </p:spPr>
        <p:txBody>
          <a:bodyPr wrap="square" anchor="t" lIns="0" rIns="0" tIns="0" bIns="0">
            <a:spAutoFit/>
          </a:bodyPr>
          <a:lstStyle/>
          <a:p>
            <a:pPr algn="l">
              <a:spcAft>
                <a:spcPts val="600"/>
              </a:spcAft>
            </a:pPr>
            <a:r>
              <a:rPr sz="1200" b="0" i="0">
                <a:solidFill>
                  <a:srgbClr val="464747"/>
                </a:solidFill>
                <a:latin typeface="Montserrat"/>
              </a:rPr>
              <a:t>Cada decisión es una prueba estadística: elegirla bien es clave (sección 03).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1"/>
          </p:nvPr>
        </p:nvSpPr>
        <p:spPr/>
        <p:txBody>
          <a:bodyPr/>
          <a:lstStyle/>
          <a:p>
            <a:r>
              <a:rPr sz="1400"/>
              <a:t>El motor estadístico de los métodos basados en restricciones</a:t>
            </a:r>
          </a:p>
        </p:txBody>
      </p:sp>
      <p:sp>
        <p:nvSpPr>
          <p:cNvPr id="3" name="Text Placeholder 2"/>
          <p:cNvSpPr>
            <a:spLocks noGrp="1"/>
          </p:cNvSpPr>
          <p:nvPr>
            <p:ph type="body" idx="12" sz="quarter"/>
          </p:nvPr>
        </p:nvSpPr>
        <p:spPr/>
        <p:txBody>
          <a:bodyPr/>
          <a:lstStyle/>
          <a:p>
            <a:r>
              <a:rPr sz="2800"/>
              <a:t>03. Pruebas de independencia condicional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1"/>
          </p:nvPr>
        </p:nvSpPr>
        <p:spPr/>
        <p:txBody>
          <a:bodyPr/>
          <a:lstStyle/>
          <a:p>
            <a:r>
              <a:rPr sz="1400"/>
              <a:t>Restricciones y puntuación combinadas</a:t>
            </a:r>
          </a:p>
        </p:txBody>
      </p:sp>
      <p:sp>
        <p:nvSpPr>
          <p:cNvPr id="3" name="Text Placeholder 2"/>
          <p:cNvSpPr>
            <a:spLocks noGrp="1"/>
          </p:cNvSpPr>
          <p:nvPr>
            <p:ph type="body" idx="12" sz="quarter"/>
          </p:nvPr>
        </p:nvSpPr>
        <p:spPr/>
        <p:txBody>
          <a:bodyPr/>
          <a:lstStyle/>
          <a:p>
            <a:r>
              <a:rPr sz="2800"/>
              <a:t>04. Enfoques híbridos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36" sz="quarter"/>
          </p:nvPr>
        </p:nvSpPr>
        <p:spPr/>
        <p:txBody>
          <a:bodyPr/>
          <a:lstStyle/>
          <a:p>
            <a:r>
              <a:t>Aprendizaje basado en restricciones</a:t>
            </a:r>
          </a:p>
        </p:txBody>
      </p:sp>
      <p:sp>
        <p:nvSpPr>
          <p:cNvPr id="5" name="Text Placeholder 4"/>
          <p:cNvSpPr>
            <a:spLocks noGrp="1"/>
          </p:cNvSpPr>
          <p:nvPr>
            <p:ph type="body" idx="27" sz="quarter"/>
          </p:nvPr>
        </p:nvSpPr>
        <p:spPr>
          <a:xfrm>
            <a:off x="548640" y="1572768"/>
            <a:ext cx="8046720" cy="365760"/>
          </a:xfrm>
        </p:spPr>
        <p:txBody>
          <a:bodyPr/>
          <a:lstStyle/>
          <a:p>
            <a:r>
              <a:t>Sección 02 · Algoritmo PC y variantes</a:t>
            </a:r>
          </a:p>
        </p:txBody>
      </p:sp>
      <p:sp>
        <p:nvSpPr>
          <p:cNvPr id="7" name="Text Placeholder 6"/>
          <p:cNvSpPr>
            <a:spLocks noGrp="1"/>
          </p:cNvSpPr>
          <p:nvPr>
            <p:ph type="body" idx="35" sz="quarter"/>
          </p:nvPr>
        </p:nvSpPr>
        <p:spPr>
          <a:xfrm>
            <a:off x="548640" y="1005840"/>
            <a:ext cx="8046720" cy="566928"/>
          </a:xfrm>
        </p:spPr>
        <p:txBody>
          <a:bodyPr/>
          <a:lstStyle/>
          <a:p>
            <a:r>
              <a:rPr sz="2800"/>
              <a:t>Referencias</a:t>
            </a:r>
          </a:p>
        </p:txBody>
      </p:sp>
      <p:sp>
        <p:nvSpPr>
          <p:cNvPr id="8" name="TextBox 7"/>
          <p:cNvSpPr txBox="1"/>
          <p:nvPr/>
        </p:nvSpPr>
        <p:spPr>
          <a:xfrm>
            <a:off x="548640" y="2103120"/>
            <a:ext cx="8046720" cy="4206240"/>
          </a:xfrm>
          <a:prstGeom prst="rect">
            <a:avLst/>
          </a:prstGeom>
          <a:noFill/>
        </p:spPr>
        <p:txBody>
          <a:bodyPr wrap="square" anchor="t" lIns="0" rIns="0" tIns="0" bIns="0">
            <a:spAutoFit/>
          </a:bodyPr>
          <a:lstStyle/>
          <a:p>
            <a:pPr algn="l">
              <a:spcAft>
                <a:spcPts val="300"/>
              </a:spcAft>
            </a:pPr>
            <a:r>
              <a:rPr sz="1000" b="0" i="0">
                <a:solidFill>
                  <a:srgbClr val="464747"/>
                </a:solidFill>
                <a:latin typeface="Montserrat"/>
              </a:rPr>
              <a:t>Spirtes, P., Glymour, C. (1991). An algorithm for fast recovery of sparse causal graphs. Social Science Computer Review.</a:t>
            </a:r>
          </a:p>
          <a:p>
            <a:pPr algn="l">
              <a:spcAft>
                <a:spcPts val="300"/>
              </a:spcAft>
            </a:pPr>
            <a:r>
              <a:rPr sz="1000" b="0" i="0">
                <a:solidFill>
                  <a:srgbClr val="464747"/>
                </a:solidFill>
                <a:latin typeface="Montserrat"/>
              </a:rPr>
              <a:t>Meek, C. (1995). Causal inference and causal explanation with background knowledge. UAI.</a:t>
            </a:r>
          </a:p>
          <a:p>
            <a:pPr algn="l">
              <a:spcAft>
                <a:spcPts val="300"/>
              </a:spcAft>
            </a:pPr>
            <a:r>
              <a:rPr sz="1000" b="0" i="0">
                <a:solidFill>
                  <a:srgbClr val="464747"/>
                </a:solidFill>
                <a:latin typeface="Montserrat"/>
              </a:rPr>
              <a:t>Ramsey, J., Zhang, J., Spirtes, P. (2006). Adjacency-faithfulness and conservative causal inference. UAI.</a:t>
            </a:r>
          </a:p>
          <a:p>
            <a:pPr algn="l">
              <a:spcAft>
                <a:spcPts val="300"/>
              </a:spcAft>
            </a:pPr>
            <a:r>
              <a:rPr sz="1000" b="0" i="0">
                <a:solidFill>
                  <a:srgbClr val="464747"/>
                </a:solidFill>
                <a:latin typeface="Montserrat"/>
              </a:rPr>
              <a:t>Abellán, J., Gómez-Olmedo, M., Moral, S. (2006). Some variations on the PC algorithm. PGM.</a:t>
            </a:r>
          </a:p>
          <a:p>
            <a:pPr algn="l">
              <a:spcAft>
                <a:spcPts val="300"/>
              </a:spcAft>
            </a:pPr>
            <a:r>
              <a:rPr sz="1000" b="0" i="0">
                <a:solidFill>
                  <a:srgbClr val="464747"/>
                </a:solidFill>
                <a:latin typeface="Montserrat"/>
              </a:rPr>
              <a:t>Kalisch, M., Bühlmann, P. (2007). Estimating high-dimensional DAGs with the PC-algorithm. JMLR.</a:t>
            </a:r>
          </a:p>
          <a:p>
            <a:pPr algn="l">
              <a:spcAft>
                <a:spcPts val="300"/>
              </a:spcAft>
            </a:pPr>
            <a:r>
              <a:rPr sz="1000" b="0" i="0">
                <a:solidFill>
                  <a:srgbClr val="464747"/>
                </a:solidFill>
                <a:latin typeface="Montserrat"/>
              </a:rPr>
              <a:t>Uhler, C., Raskutti, G., Bühlmann, P., Yu, B. (2013). Geometry of the faithfulness assumption. Annals of Statistics.</a:t>
            </a:r>
          </a:p>
          <a:p>
            <a:pPr algn="l">
              <a:spcAft>
                <a:spcPts val="300"/>
              </a:spcAft>
            </a:pPr>
            <a:r>
              <a:rPr sz="1000" b="0" i="0">
                <a:solidFill>
                  <a:srgbClr val="464747"/>
                </a:solidFill>
                <a:latin typeface="Montserrat"/>
              </a:rPr>
              <a:t>Colombo, D., Maathuis, M. (2014). Order-independent constraint-based causal structure learning. JMLR.</a:t>
            </a:r>
          </a:p>
          <a:p>
            <a:pPr algn="l">
              <a:spcAft>
                <a:spcPts val="300"/>
              </a:spcAft>
            </a:pPr>
            <a:r>
              <a:rPr sz="1000" b="0" i="0">
                <a:solidFill>
                  <a:srgbClr val="464747"/>
                </a:solidFill>
                <a:latin typeface="Montserrat"/>
              </a:rPr>
              <a:t>Madsen, A. L. et al. (2017). A parallel algorithm for BN structure learning from large data sets. KBS.</a:t>
            </a:r>
          </a:p>
          <a:p>
            <a:pPr algn="l">
              <a:spcAft>
                <a:spcPts val="300"/>
              </a:spcAft>
            </a:pPr>
            <a:r>
              <a:rPr sz="1000" b="0" i="0">
                <a:solidFill>
                  <a:srgbClr val="464747"/>
                </a:solidFill>
                <a:latin typeface="Montserrat"/>
              </a:rPr>
              <a:t>Scutari, M. (2017). BN constraint-based structure learning: parallel and optimized implementations in bnlearn. JSS.</a:t>
            </a:r>
          </a:p>
          <a:p>
            <a:pPr algn="l">
              <a:spcAft>
                <a:spcPts val="300"/>
              </a:spcAft>
            </a:pPr>
            <a:r>
              <a:rPr sz="1000" b="0" i="0">
                <a:solidFill>
                  <a:srgbClr val="464747"/>
                </a:solidFill>
                <a:latin typeface="Montserrat"/>
              </a:rPr>
              <a:t>Le, T. D. et al. (2019). A fast PC algorithm for high dimensional causal discovery with multi-core PCs. IEEE/ACM TCBB.</a:t>
            </a:r>
          </a:p>
          <a:p>
            <a:pPr algn="l">
              <a:spcAft>
                <a:spcPts val="300"/>
              </a:spcAft>
            </a:pPr>
            <a:r>
              <a:rPr sz="1000" b="0" i="0">
                <a:solidFill>
                  <a:srgbClr val="464747"/>
                </a:solidFill>
                <a:latin typeface="Montserrat"/>
              </a:rPr>
              <a:t>Runge, J. et al. (2019). Detecting and quantifying causal associations in large nonlinear time series datasets. Science Advances.</a:t>
            </a:r>
          </a:p>
          <a:p>
            <a:pPr algn="l">
              <a:spcAft>
                <a:spcPts val="300"/>
              </a:spcAft>
            </a:pPr>
            <a:r>
              <a:rPr sz="1000" b="0" i="0">
                <a:solidFill>
                  <a:srgbClr val="464747"/>
                </a:solidFill>
                <a:latin typeface="Montserrat"/>
              </a:rPr>
              <a:t>Kocaoglu, M. (2023). Characterization and learning of causal graphs with small conditioning sets. NeurIPS.</a:t>
            </a:r>
          </a:p>
          <a:p>
            <a:pPr algn="l">
              <a:spcAft>
                <a:spcPts val="300"/>
              </a:spcAft>
            </a:pPr>
            <a:r>
              <a:rPr sz="1000" b="0" i="0">
                <a:solidFill>
                  <a:srgbClr val="464747"/>
                </a:solidFill>
                <a:latin typeface="Montserrat"/>
              </a:rPr>
              <a:t>Biswas, R., Mukherjee, S. (2024). Consistent causal inference from time series with PC algorithm. Statistics and Computing.</a:t>
            </a:r>
          </a:p>
          <a:p>
            <a:pPr algn="l">
              <a:spcAft>
                <a:spcPts val="300"/>
              </a:spcAft>
            </a:pPr>
            <a:r>
              <a:rPr sz="1000" b="0" i="0">
                <a:solidFill>
                  <a:srgbClr val="464747"/>
                </a:solidFill>
                <a:latin typeface="Montserrat"/>
              </a:rPr>
              <a:t>Zhou, J. et al. (2025). Differentiable constraint-based causal discovery. NeurIPS.</a:t>
            </a:r>
          </a:p>
          <a:p>
            <a:pPr algn="l">
              <a:spcAft>
                <a:spcPts val="300"/>
              </a:spcAft>
            </a:pPr>
            <a:r>
              <a:rPr sz="1000" b="0" i="0">
                <a:solidFill>
                  <a:srgbClr val="464747"/>
                </a:solidFill>
                <a:latin typeface="Montserrat"/>
              </a:rPr>
              <a:t>Améndola, C., Hollering, B., Nowell, F. (2026). A PC algorithm for max-linear Bayesian networks. JCGS.</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95042237-46EE-60CA-BE4B-B853C208C72B}"/>
              </a:ext>
            </a:extLst>
          </p:cNvPr>
          <p:cNvSpPr>
            <a:spLocks noGrp="1"/>
          </p:cNvSpPr>
          <p:nvPr>
            <p:ph type="body" sz="quarter" idx="36"/>
          </p:nvPr>
        </p:nvSpPr>
        <p:spPr/>
        <p:txBody>
          <a:bodyPr/>
          <a:lstStyle/>
          <a:p>
            <a:r>
              <a:rPr lang="es-ES" dirty="0"/>
              <a:t>Aprendizaje basado en restricciones</a:t>
            </a:r>
          </a:p>
        </p:txBody>
      </p:sp>
      <p:pic>
        <p:nvPicPr>
          <p:cNvPr id="8" name="Imagen 7" descr="Imagen que contiene pez&#10;&#10;Descripción generada automáticamente">
            <a:extLst>
              <a:ext uri="{FF2B5EF4-FFF2-40B4-BE49-F238E27FC236}">
                <a16:creationId xmlns:a16="http://schemas.microsoft.com/office/drawing/2014/main" id="{A60959D4-6242-B9AE-1222-0BC6AEE7FB5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815546"/>
            <a:ext cx="9172832" cy="5755750"/>
          </a:xfrm>
          <a:prstGeom prst="rect">
            <a:avLst/>
          </a:prstGeom>
        </p:spPr>
      </p:pic>
      <p:pic>
        <p:nvPicPr>
          <p:cNvPr id="4" name="Imagen 3"/>
          <p:cNvPicPr>
            <a:picLocks noChangeAspect="1"/>
          </p:cNvPicPr>
          <p:nvPr/>
        </p:nvPicPr>
        <p:blipFill>
          <a:blip r:embed="rId3"/>
          <a:stretch>
            <a:fillRect/>
          </a:stretch>
        </p:blipFill>
        <p:spPr>
          <a:xfrm>
            <a:off x="3648685" y="1899920"/>
            <a:ext cx="1846631" cy="1465580"/>
          </a:xfrm>
          <a:prstGeom prst="rect">
            <a:avLst/>
          </a:prstGeom>
        </p:spPr>
      </p:pic>
    </p:spTree>
    <p:extLst>
      <p:ext uri="{BB962C8B-B14F-4D97-AF65-F5344CB8AC3E}">
        <p14:creationId xmlns:p14="http://schemas.microsoft.com/office/powerpoint/2010/main" val="2419529455"/>
      </p:ext>
    </p:extLst>
  </p:cSld>
  <p:clrMapOvr>
    <a:masterClrMapping/>
  </p:clrMapOvr>
</p:sld>
</file>

<file path=ppt/theme/theme1.xml><?xml version="1.0" encoding="utf-8"?>
<a:theme xmlns:a="http://schemas.openxmlformats.org/drawingml/2006/main" name="UPM_1_9_23 plantilla">
  <a:themeElements>
    <a:clrScheme name="Color UPM ">
      <a:dk1>
        <a:srgbClr val="464747"/>
      </a:dk1>
      <a:lt1>
        <a:srgbClr val="F7F7F7"/>
      </a:lt1>
      <a:dk2>
        <a:srgbClr val="44546A"/>
      </a:dk2>
      <a:lt2>
        <a:srgbClr val="D0D0D0"/>
      </a:lt2>
      <a:accent1>
        <a:srgbClr val="2899F9"/>
      </a:accent1>
      <a:accent2>
        <a:srgbClr val="0F81F3"/>
      </a:accent2>
      <a:accent3>
        <a:srgbClr val="0D6FCF"/>
      </a:accent3>
      <a:accent4>
        <a:srgbClr val="0B5DAC"/>
      </a:accent4>
      <a:accent5>
        <a:srgbClr val="08447C"/>
      </a:accent5>
      <a:accent6>
        <a:srgbClr val="022540"/>
      </a:accent6>
      <a:hlink>
        <a:srgbClr val="0563C1"/>
      </a:hlink>
      <a:folHlink>
        <a:srgbClr val="9B349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PM_31_8_23" id="{39EFC1F3-460A-DF43-9286-1926147697AE}" vid="{5F620C54-2DDA-9641-AE08-D474BDFB1B4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UPM_1_9_23 plantilla.potx</Template>
  <TotalTime>0</TotalTime>
  <Words>1500</Words>
  <Application>Microsoft Office PowerPoint</Application>
  <PresentationFormat>On-screen Show (4:3)</PresentationFormat>
  <Paragraphs>88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Montserrat light</vt:lpstr>
      <vt:lpstr>Montserrat</vt:lpstr>
      <vt:lpstr>Arial</vt:lpstr>
      <vt:lpstr>Montserrat light</vt:lpstr>
      <vt:lpstr>Montserrat Medium</vt:lpstr>
      <vt:lpstr>Montserrat SemiBold</vt:lpstr>
      <vt:lpstr>UPM_1_9_23 plantilla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MARTA DE LA CALLE GAYO</dc:creator>
  <cp:keywords/>
  <dc:description/>
  <cp:lastModifiedBy>Thales Camargo</cp:lastModifiedBy>
  <cp:revision>132</cp:revision>
  <dcterms:created xsi:type="dcterms:W3CDTF">2023-08-31T06:50:41Z</dcterms:created>
  <dcterms:modified xsi:type="dcterms:W3CDTF">2026-10-12T14:18:39Z</dcterms:modified>
  <cp:category/>
</cp:coreProperties>
</file>